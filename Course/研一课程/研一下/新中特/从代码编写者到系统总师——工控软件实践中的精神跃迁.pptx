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embeddedFontLst>
    <p:embeddedFont>
      <p:font typeface="MiSans" panose="02010600030101010101" charset="-122"/>
      <p:regular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410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jp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g"/><Relationship Id="rId4" Type="http://schemas.openxmlformats.org/officeDocument/2006/relationships/image" Target="../media/image1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1.jp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1-d3l4j48s8jdo4os5ek40.jpg"/>
          <p:cNvPicPr>
            <a:picLocks noChangeAspect="1"/>
          </p:cNvPicPr>
          <p:nvPr/>
        </p:nvPicPr>
        <p:blipFill>
          <a:blip r:embed="rId4"/>
          <a:srcRect t="62" b="62"/>
          <a:stretch/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0-d3l4j40s8jdo4os5ek1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5305" y="5663565"/>
            <a:ext cx="3359785" cy="6477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0-d3l4j40s8jdo4os5ek20.png"/>
          <p:cNvPicPr>
            <a:picLocks noChangeAspect="1"/>
          </p:cNvPicPr>
          <p:nvPr/>
        </p:nvPicPr>
        <p:blipFill>
          <a:blip r:embed="rId6"/>
          <a:srcRect l="441" r="441"/>
          <a:stretch/>
        </p:blipFill>
        <p:spPr>
          <a:xfrm>
            <a:off x="5590540" y="5663565"/>
            <a:ext cx="2564130" cy="64833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8040" y="1076325"/>
            <a:ext cx="8072755" cy="22447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10000"/>
              </a:lnSpc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从代码编写者到系统总师——工控软件实践中的精神跃迁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10314940" y="574040"/>
            <a:ext cx="1324610" cy="784225"/>
          </a:xfrm>
          <a:custGeom>
            <a:avLst/>
            <a:gdLst/>
            <a:ahLst/>
            <a:cxnLst/>
            <a:rect l="l" t="t" r="r" b="b"/>
            <a:pathLst>
              <a:path w="1324610" h="784225">
                <a:moveTo>
                  <a:pt x="58972" y="27960"/>
                </a:moveTo>
                <a:cubicBezTo>
                  <a:pt x="58972" y="43462"/>
                  <a:pt x="45517" y="56029"/>
                  <a:pt x="28920" y="56029"/>
                </a:cubicBezTo>
                <a:cubicBezTo>
                  <a:pt x="12323" y="56029"/>
                  <a:pt x="-1132" y="43462"/>
                  <a:pt x="-1132" y="27960"/>
                </a:cubicBezTo>
                <a:cubicBezTo>
                  <a:pt x="-1132" y="12458"/>
                  <a:pt x="12323" y="-110"/>
                  <a:pt x="28920" y="-110"/>
                </a:cubicBezTo>
                <a:cubicBezTo>
                  <a:pt x="45510" y="-117"/>
                  <a:pt x="58963" y="12439"/>
                  <a:pt x="58972" y="27933"/>
                </a:cubicBezTo>
                <a:cubicBezTo>
                  <a:pt x="58972" y="27943"/>
                  <a:pt x="58972" y="27951"/>
                  <a:pt x="58972" y="27960"/>
                </a:cubicBezTo>
                <a:close/>
                <a:moveTo>
                  <a:pt x="312113" y="27960"/>
                </a:moveTo>
                <a:cubicBezTo>
                  <a:pt x="312113" y="43462"/>
                  <a:pt x="298659" y="56029"/>
                  <a:pt x="282062" y="56029"/>
                </a:cubicBezTo>
                <a:cubicBezTo>
                  <a:pt x="265466" y="56029"/>
                  <a:pt x="252010" y="43462"/>
                  <a:pt x="252010" y="27960"/>
                </a:cubicBezTo>
                <a:cubicBezTo>
                  <a:pt x="252010" y="12458"/>
                  <a:pt x="265466" y="-110"/>
                  <a:pt x="282062" y="-110"/>
                </a:cubicBezTo>
                <a:cubicBezTo>
                  <a:pt x="298650" y="-91"/>
                  <a:pt x="312095" y="12465"/>
                  <a:pt x="312113" y="27960"/>
                </a:cubicBezTo>
                <a:close/>
                <a:moveTo>
                  <a:pt x="565186" y="27960"/>
                </a:moveTo>
                <a:cubicBezTo>
                  <a:pt x="565186" y="43462"/>
                  <a:pt x="551730" y="56029"/>
                  <a:pt x="535134" y="56029"/>
                </a:cubicBezTo>
                <a:cubicBezTo>
                  <a:pt x="518537" y="56029"/>
                  <a:pt x="505082" y="43462"/>
                  <a:pt x="505082" y="27960"/>
                </a:cubicBezTo>
                <a:cubicBezTo>
                  <a:pt x="505082" y="12458"/>
                  <a:pt x="518537" y="-110"/>
                  <a:pt x="535134" y="-110"/>
                </a:cubicBezTo>
                <a:cubicBezTo>
                  <a:pt x="551723" y="-117"/>
                  <a:pt x="565176" y="12439"/>
                  <a:pt x="565186" y="27933"/>
                </a:cubicBezTo>
                <a:cubicBezTo>
                  <a:pt x="565186" y="27943"/>
                  <a:pt x="565186" y="27951"/>
                  <a:pt x="565186" y="27960"/>
                </a:cubicBezTo>
                <a:close/>
                <a:moveTo>
                  <a:pt x="818327" y="27960"/>
                </a:moveTo>
                <a:cubicBezTo>
                  <a:pt x="818327" y="43462"/>
                  <a:pt x="804873" y="56029"/>
                  <a:pt x="788276" y="56029"/>
                </a:cubicBezTo>
                <a:cubicBezTo>
                  <a:pt x="771678" y="56029"/>
                  <a:pt x="758224" y="43462"/>
                  <a:pt x="758224" y="27960"/>
                </a:cubicBezTo>
                <a:cubicBezTo>
                  <a:pt x="758224" y="12458"/>
                  <a:pt x="771678" y="-110"/>
                  <a:pt x="788276" y="-110"/>
                </a:cubicBezTo>
                <a:cubicBezTo>
                  <a:pt x="804866" y="-117"/>
                  <a:pt x="818318" y="12439"/>
                  <a:pt x="818327" y="27933"/>
                </a:cubicBezTo>
                <a:cubicBezTo>
                  <a:pt x="818327" y="27943"/>
                  <a:pt x="818327" y="27951"/>
                  <a:pt x="818327" y="27960"/>
                </a:cubicBezTo>
                <a:close/>
                <a:moveTo>
                  <a:pt x="1071469" y="27960"/>
                </a:moveTo>
                <a:cubicBezTo>
                  <a:pt x="1071469" y="43462"/>
                  <a:pt x="1058015" y="56029"/>
                  <a:pt x="1041418" y="56029"/>
                </a:cubicBezTo>
                <a:cubicBezTo>
                  <a:pt x="1024821" y="56029"/>
                  <a:pt x="1011366" y="43462"/>
                  <a:pt x="1011366" y="27960"/>
                </a:cubicBezTo>
                <a:cubicBezTo>
                  <a:pt x="1011366" y="12458"/>
                  <a:pt x="1024821" y="-110"/>
                  <a:pt x="1041418" y="-110"/>
                </a:cubicBezTo>
                <a:cubicBezTo>
                  <a:pt x="1058008" y="-117"/>
                  <a:pt x="1071461" y="12439"/>
                  <a:pt x="1071469" y="27933"/>
                </a:cubicBezTo>
                <a:cubicBezTo>
                  <a:pt x="1071469" y="27943"/>
                  <a:pt x="1071469" y="27951"/>
                  <a:pt x="1071469" y="27960"/>
                </a:cubicBezTo>
                <a:close/>
                <a:moveTo>
                  <a:pt x="1324610" y="27960"/>
                </a:moveTo>
                <a:cubicBezTo>
                  <a:pt x="1324610" y="43462"/>
                  <a:pt x="1311155" y="56029"/>
                  <a:pt x="1294558" y="56029"/>
                </a:cubicBezTo>
                <a:cubicBezTo>
                  <a:pt x="1277961" y="56029"/>
                  <a:pt x="1264506" y="43462"/>
                  <a:pt x="1264506" y="27960"/>
                </a:cubicBezTo>
                <a:cubicBezTo>
                  <a:pt x="1264506" y="12458"/>
                  <a:pt x="1277961" y="-110"/>
                  <a:pt x="1294558" y="-110"/>
                </a:cubicBezTo>
                <a:cubicBezTo>
                  <a:pt x="1311146" y="-91"/>
                  <a:pt x="1324591" y="12465"/>
                  <a:pt x="1324610" y="27960"/>
                </a:cubicBezTo>
                <a:close/>
                <a:moveTo>
                  <a:pt x="58972" y="210009"/>
                </a:moveTo>
                <a:cubicBezTo>
                  <a:pt x="58972" y="225511"/>
                  <a:pt x="45517" y="238078"/>
                  <a:pt x="28920" y="238078"/>
                </a:cubicBezTo>
                <a:cubicBezTo>
                  <a:pt x="12323" y="238078"/>
                  <a:pt x="-1132" y="225511"/>
                  <a:pt x="-1132" y="210009"/>
                </a:cubicBezTo>
                <a:cubicBezTo>
                  <a:pt x="-1132" y="194506"/>
                  <a:pt x="12323" y="181939"/>
                  <a:pt x="28920" y="181939"/>
                </a:cubicBezTo>
                <a:cubicBezTo>
                  <a:pt x="45510" y="181932"/>
                  <a:pt x="58963" y="194488"/>
                  <a:pt x="58972" y="209983"/>
                </a:cubicBezTo>
                <a:cubicBezTo>
                  <a:pt x="58972" y="209992"/>
                  <a:pt x="58972" y="210000"/>
                  <a:pt x="58972" y="210009"/>
                </a:cubicBezTo>
                <a:close/>
                <a:moveTo>
                  <a:pt x="312113" y="210009"/>
                </a:moveTo>
                <a:cubicBezTo>
                  <a:pt x="312113" y="225511"/>
                  <a:pt x="298659" y="238078"/>
                  <a:pt x="282062" y="238078"/>
                </a:cubicBezTo>
                <a:cubicBezTo>
                  <a:pt x="265466" y="238078"/>
                  <a:pt x="252010" y="225511"/>
                  <a:pt x="252010" y="210009"/>
                </a:cubicBezTo>
                <a:cubicBezTo>
                  <a:pt x="252010" y="194506"/>
                  <a:pt x="265466" y="181939"/>
                  <a:pt x="282062" y="181939"/>
                </a:cubicBezTo>
                <a:cubicBezTo>
                  <a:pt x="298650" y="181958"/>
                  <a:pt x="312095" y="194514"/>
                  <a:pt x="312113" y="210009"/>
                </a:cubicBezTo>
                <a:close/>
                <a:moveTo>
                  <a:pt x="565186" y="210009"/>
                </a:moveTo>
                <a:cubicBezTo>
                  <a:pt x="565186" y="225511"/>
                  <a:pt x="551730" y="238078"/>
                  <a:pt x="535134" y="238078"/>
                </a:cubicBezTo>
                <a:cubicBezTo>
                  <a:pt x="518537" y="238078"/>
                  <a:pt x="505082" y="225511"/>
                  <a:pt x="505082" y="210009"/>
                </a:cubicBezTo>
                <a:cubicBezTo>
                  <a:pt x="505082" y="194506"/>
                  <a:pt x="518537" y="181939"/>
                  <a:pt x="535134" y="181939"/>
                </a:cubicBezTo>
                <a:cubicBezTo>
                  <a:pt x="551723" y="181932"/>
                  <a:pt x="565176" y="194488"/>
                  <a:pt x="565186" y="209983"/>
                </a:cubicBezTo>
                <a:cubicBezTo>
                  <a:pt x="565186" y="209992"/>
                  <a:pt x="565186" y="210000"/>
                  <a:pt x="565186" y="210009"/>
                </a:cubicBezTo>
                <a:close/>
                <a:moveTo>
                  <a:pt x="818327" y="210009"/>
                </a:moveTo>
                <a:cubicBezTo>
                  <a:pt x="818327" y="225511"/>
                  <a:pt x="804873" y="238078"/>
                  <a:pt x="788276" y="238078"/>
                </a:cubicBezTo>
                <a:cubicBezTo>
                  <a:pt x="771678" y="238078"/>
                  <a:pt x="758224" y="225511"/>
                  <a:pt x="758224" y="210009"/>
                </a:cubicBezTo>
                <a:cubicBezTo>
                  <a:pt x="758224" y="194506"/>
                  <a:pt x="771678" y="181939"/>
                  <a:pt x="788276" y="181939"/>
                </a:cubicBezTo>
                <a:cubicBezTo>
                  <a:pt x="804866" y="181932"/>
                  <a:pt x="818318" y="194488"/>
                  <a:pt x="818327" y="209983"/>
                </a:cubicBezTo>
                <a:cubicBezTo>
                  <a:pt x="818327" y="209992"/>
                  <a:pt x="818327" y="210000"/>
                  <a:pt x="818327" y="210009"/>
                </a:cubicBezTo>
                <a:close/>
                <a:moveTo>
                  <a:pt x="1071469" y="210009"/>
                </a:moveTo>
                <a:cubicBezTo>
                  <a:pt x="1071469" y="225511"/>
                  <a:pt x="1058015" y="238078"/>
                  <a:pt x="1041418" y="238078"/>
                </a:cubicBezTo>
                <a:cubicBezTo>
                  <a:pt x="1024821" y="238078"/>
                  <a:pt x="1011366" y="225511"/>
                  <a:pt x="1011366" y="210009"/>
                </a:cubicBezTo>
                <a:cubicBezTo>
                  <a:pt x="1011366" y="194506"/>
                  <a:pt x="1024821" y="181939"/>
                  <a:pt x="1041418" y="181939"/>
                </a:cubicBezTo>
                <a:cubicBezTo>
                  <a:pt x="1058008" y="181932"/>
                  <a:pt x="1071461" y="194488"/>
                  <a:pt x="1071469" y="209983"/>
                </a:cubicBezTo>
                <a:cubicBezTo>
                  <a:pt x="1071469" y="209992"/>
                  <a:pt x="1071469" y="210000"/>
                  <a:pt x="1071469" y="210009"/>
                </a:cubicBezTo>
                <a:close/>
                <a:moveTo>
                  <a:pt x="1324610" y="210009"/>
                </a:moveTo>
                <a:cubicBezTo>
                  <a:pt x="1324610" y="225511"/>
                  <a:pt x="1311155" y="238078"/>
                  <a:pt x="1294558" y="238078"/>
                </a:cubicBezTo>
                <a:cubicBezTo>
                  <a:pt x="1277961" y="238078"/>
                  <a:pt x="1264506" y="225511"/>
                  <a:pt x="1264506" y="210009"/>
                </a:cubicBezTo>
                <a:cubicBezTo>
                  <a:pt x="1264506" y="194506"/>
                  <a:pt x="1277961" y="181939"/>
                  <a:pt x="1294558" y="181939"/>
                </a:cubicBezTo>
                <a:cubicBezTo>
                  <a:pt x="1311146" y="181958"/>
                  <a:pt x="1324591" y="194514"/>
                  <a:pt x="1324610" y="210009"/>
                </a:cubicBezTo>
                <a:close/>
                <a:moveTo>
                  <a:pt x="58972" y="392058"/>
                </a:moveTo>
                <a:cubicBezTo>
                  <a:pt x="58972" y="407560"/>
                  <a:pt x="45517" y="420127"/>
                  <a:pt x="28920" y="420127"/>
                </a:cubicBezTo>
                <a:cubicBezTo>
                  <a:pt x="12323" y="420127"/>
                  <a:pt x="-1132" y="407560"/>
                  <a:pt x="-1132" y="392058"/>
                </a:cubicBezTo>
                <a:cubicBezTo>
                  <a:pt x="-1132" y="376555"/>
                  <a:pt x="12323" y="363988"/>
                  <a:pt x="28920" y="363988"/>
                </a:cubicBezTo>
                <a:cubicBezTo>
                  <a:pt x="45510" y="363981"/>
                  <a:pt x="58963" y="376536"/>
                  <a:pt x="58972" y="392031"/>
                </a:cubicBezTo>
                <a:cubicBezTo>
                  <a:pt x="58972" y="392039"/>
                  <a:pt x="58972" y="392049"/>
                  <a:pt x="58972" y="392058"/>
                </a:cubicBezTo>
                <a:close/>
                <a:moveTo>
                  <a:pt x="312113" y="392058"/>
                </a:moveTo>
                <a:cubicBezTo>
                  <a:pt x="312113" y="407560"/>
                  <a:pt x="298659" y="420127"/>
                  <a:pt x="282062" y="420127"/>
                </a:cubicBezTo>
                <a:cubicBezTo>
                  <a:pt x="265466" y="420127"/>
                  <a:pt x="252010" y="407560"/>
                  <a:pt x="252010" y="392058"/>
                </a:cubicBezTo>
                <a:cubicBezTo>
                  <a:pt x="252010" y="376555"/>
                  <a:pt x="265466" y="363988"/>
                  <a:pt x="282062" y="363988"/>
                </a:cubicBezTo>
                <a:cubicBezTo>
                  <a:pt x="298650" y="364007"/>
                  <a:pt x="312095" y="376563"/>
                  <a:pt x="312113" y="392058"/>
                </a:cubicBezTo>
                <a:close/>
                <a:moveTo>
                  <a:pt x="565186" y="392058"/>
                </a:moveTo>
                <a:cubicBezTo>
                  <a:pt x="565186" y="407560"/>
                  <a:pt x="551730" y="420127"/>
                  <a:pt x="535134" y="420127"/>
                </a:cubicBezTo>
                <a:cubicBezTo>
                  <a:pt x="518537" y="420127"/>
                  <a:pt x="505082" y="407560"/>
                  <a:pt x="505082" y="392058"/>
                </a:cubicBezTo>
                <a:cubicBezTo>
                  <a:pt x="505082" y="376555"/>
                  <a:pt x="518537" y="363988"/>
                  <a:pt x="535134" y="363988"/>
                </a:cubicBezTo>
                <a:cubicBezTo>
                  <a:pt x="551723" y="363981"/>
                  <a:pt x="565176" y="376536"/>
                  <a:pt x="565186" y="392031"/>
                </a:cubicBezTo>
                <a:cubicBezTo>
                  <a:pt x="565186" y="392039"/>
                  <a:pt x="565186" y="392049"/>
                  <a:pt x="565186" y="392058"/>
                </a:cubicBezTo>
                <a:close/>
                <a:moveTo>
                  <a:pt x="818327" y="392058"/>
                </a:moveTo>
                <a:cubicBezTo>
                  <a:pt x="818327" y="407560"/>
                  <a:pt x="804873" y="420127"/>
                  <a:pt x="788276" y="420127"/>
                </a:cubicBezTo>
                <a:cubicBezTo>
                  <a:pt x="771678" y="420127"/>
                  <a:pt x="758224" y="407560"/>
                  <a:pt x="758224" y="392058"/>
                </a:cubicBezTo>
                <a:cubicBezTo>
                  <a:pt x="758224" y="376555"/>
                  <a:pt x="771678" y="363988"/>
                  <a:pt x="788276" y="363988"/>
                </a:cubicBezTo>
                <a:cubicBezTo>
                  <a:pt x="804866" y="363981"/>
                  <a:pt x="818318" y="376536"/>
                  <a:pt x="818327" y="392031"/>
                </a:cubicBezTo>
                <a:cubicBezTo>
                  <a:pt x="818327" y="392039"/>
                  <a:pt x="818327" y="392049"/>
                  <a:pt x="818327" y="392058"/>
                </a:cubicBezTo>
                <a:close/>
                <a:moveTo>
                  <a:pt x="1071469" y="392058"/>
                </a:moveTo>
                <a:cubicBezTo>
                  <a:pt x="1071469" y="407560"/>
                  <a:pt x="1058015" y="420127"/>
                  <a:pt x="1041418" y="420127"/>
                </a:cubicBezTo>
                <a:cubicBezTo>
                  <a:pt x="1024821" y="420127"/>
                  <a:pt x="1011366" y="407560"/>
                  <a:pt x="1011366" y="392058"/>
                </a:cubicBezTo>
                <a:cubicBezTo>
                  <a:pt x="1011366" y="376555"/>
                  <a:pt x="1024821" y="363988"/>
                  <a:pt x="1041418" y="363988"/>
                </a:cubicBezTo>
                <a:cubicBezTo>
                  <a:pt x="1058008" y="363981"/>
                  <a:pt x="1071461" y="376536"/>
                  <a:pt x="1071469" y="392031"/>
                </a:cubicBezTo>
                <a:cubicBezTo>
                  <a:pt x="1071469" y="392039"/>
                  <a:pt x="1071469" y="392049"/>
                  <a:pt x="1071469" y="392058"/>
                </a:cubicBezTo>
                <a:close/>
                <a:moveTo>
                  <a:pt x="1324610" y="392058"/>
                </a:moveTo>
                <a:cubicBezTo>
                  <a:pt x="1324610" y="407560"/>
                  <a:pt x="1311155" y="420127"/>
                  <a:pt x="1294558" y="420127"/>
                </a:cubicBezTo>
                <a:cubicBezTo>
                  <a:pt x="1277961" y="420127"/>
                  <a:pt x="1264506" y="407560"/>
                  <a:pt x="1264506" y="392058"/>
                </a:cubicBezTo>
                <a:cubicBezTo>
                  <a:pt x="1264506" y="376555"/>
                  <a:pt x="1277961" y="363988"/>
                  <a:pt x="1294558" y="363988"/>
                </a:cubicBezTo>
                <a:cubicBezTo>
                  <a:pt x="1311146" y="364007"/>
                  <a:pt x="1324591" y="376563"/>
                  <a:pt x="1324610" y="392058"/>
                </a:cubicBezTo>
                <a:close/>
                <a:moveTo>
                  <a:pt x="58972" y="574107"/>
                </a:moveTo>
                <a:cubicBezTo>
                  <a:pt x="58972" y="589609"/>
                  <a:pt x="45517" y="602176"/>
                  <a:pt x="28920" y="602176"/>
                </a:cubicBezTo>
                <a:cubicBezTo>
                  <a:pt x="12323" y="602176"/>
                  <a:pt x="-1132" y="589609"/>
                  <a:pt x="-1132" y="574107"/>
                </a:cubicBezTo>
                <a:cubicBezTo>
                  <a:pt x="-1132" y="558604"/>
                  <a:pt x="12323" y="546037"/>
                  <a:pt x="28920" y="546037"/>
                </a:cubicBezTo>
                <a:cubicBezTo>
                  <a:pt x="45510" y="546030"/>
                  <a:pt x="58963" y="558585"/>
                  <a:pt x="58972" y="574080"/>
                </a:cubicBezTo>
                <a:cubicBezTo>
                  <a:pt x="58972" y="574089"/>
                  <a:pt x="58972" y="574098"/>
                  <a:pt x="58972" y="574107"/>
                </a:cubicBezTo>
                <a:close/>
                <a:moveTo>
                  <a:pt x="312113" y="574107"/>
                </a:moveTo>
                <a:cubicBezTo>
                  <a:pt x="312113" y="589609"/>
                  <a:pt x="298659" y="602176"/>
                  <a:pt x="282062" y="602176"/>
                </a:cubicBezTo>
                <a:cubicBezTo>
                  <a:pt x="265466" y="602176"/>
                  <a:pt x="252010" y="589609"/>
                  <a:pt x="252010" y="574107"/>
                </a:cubicBezTo>
                <a:cubicBezTo>
                  <a:pt x="252010" y="558604"/>
                  <a:pt x="265466" y="546037"/>
                  <a:pt x="282062" y="546037"/>
                </a:cubicBezTo>
                <a:cubicBezTo>
                  <a:pt x="298650" y="546056"/>
                  <a:pt x="312095" y="558612"/>
                  <a:pt x="312113" y="574107"/>
                </a:cubicBezTo>
                <a:close/>
                <a:moveTo>
                  <a:pt x="565186" y="574107"/>
                </a:moveTo>
                <a:cubicBezTo>
                  <a:pt x="565186" y="589609"/>
                  <a:pt x="551730" y="602176"/>
                  <a:pt x="535134" y="602176"/>
                </a:cubicBezTo>
                <a:cubicBezTo>
                  <a:pt x="518537" y="602176"/>
                  <a:pt x="505082" y="589609"/>
                  <a:pt x="505082" y="574107"/>
                </a:cubicBezTo>
                <a:cubicBezTo>
                  <a:pt x="505082" y="558604"/>
                  <a:pt x="518537" y="546037"/>
                  <a:pt x="535134" y="546037"/>
                </a:cubicBezTo>
                <a:cubicBezTo>
                  <a:pt x="551723" y="546030"/>
                  <a:pt x="565176" y="558585"/>
                  <a:pt x="565186" y="574080"/>
                </a:cubicBezTo>
                <a:cubicBezTo>
                  <a:pt x="565186" y="574089"/>
                  <a:pt x="565186" y="574098"/>
                  <a:pt x="565186" y="574107"/>
                </a:cubicBezTo>
                <a:close/>
                <a:moveTo>
                  <a:pt x="818327" y="574107"/>
                </a:moveTo>
                <a:cubicBezTo>
                  <a:pt x="818327" y="589609"/>
                  <a:pt x="804873" y="602176"/>
                  <a:pt x="788276" y="602176"/>
                </a:cubicBezTo>
                <a:cubicBezTo>
                  <a:pt x="771678" y="602176"/>
                  <a:pt x="758224" y="589609"/>
                  <a:pt x="758224" y="574107"/>
                </a:cubicBezTo>
                <a:cubicBezTo>
                  <a:pt x="758224" y="558604"/>
                  <a:pt x="771678" y="546037"/>
                  <a:pt x="788276" y="546037"/>
                </a:cubicBezTo>
                <a:cubicBezTo>
                  <a:pt x="804866" y="546030"/>
                  <a:pt x="818318" y="558585"/>
                  <a:pt x="818327" y="574080"/>
                </a:cubicBezTo>
                <a:cubicBezTo>
                  <a:pt x="818327" y="574089"/>
                  <a:pt x="818327" y="574098"/>
                  <a:pt x="818327" y="574107"/>
                </a:cubicBezTo>
                <a:close/>
                <a:moveTo>
                  <a:pt x="1071469" y="574107"/>
                </a:moveTo>
                <a:cubicBezTo>
                  <a:pt x="1071469" y="589609"/>
                  <a:pt x="1058015" y="602176"/>
                  <a:pt x="1041418" y="602176"/>
                </a:cubicBezTo>
                <a:cubicBezTo>
                  <a:pt x="1024821" y="602176"/>
                  <a:pt x="1011366" y="589609"/>
                  <a:pt x="1011366" y="574107"/>
                </a:cubicBezTo>
                <a:cubicBezTo>
                  <a:pt x="1011366" y="558604"/>
                  <a:pt x="1024821" y="546037"/>
                  <a:pt x="1041418" y="546037"/>
                </a:cubicBezTo>
                <a:cubicBezTo>
                  <a:pt x="1058008" y="546030"/>
                  <a:pt x="1071461" y="558585"/>
                  <a:pt x="1071469" y="574080"/>
                </a:cubicBezTo>
                <a:cubicBezTo>
                  <a:pt x="1071469" y="574089"/>
                  <a:pt x="1071469" y="574098"/>
                  <a:pt x="1071469" y="574107"/>
                </a:cubicBezTo>
                <a:close/>
                <a:moveTo>
                  <a:pt x="1324610" y="574107"/>
                </a:moveTo>
                <a:cubicBezTo>
                  <a:pt x="1324610" y="589609"/>
                  <a:pt x="1311155" y="602176"/>
                  <a:pt x="1294558" y="602176"/>
                </a:cubicBezTo>
                <a:cubicBezTo>
                  <a:pt x="1277961" y="602176"/>
                  <a:pt x="1264506" y="589609"/>
                  <a:pt x="1264506" y="574107"/>
                </a:cubicBezTo>
                <a:cubicBezTo>
                  <a:pt x="1264506" y="558604"/>
                  <a:pt x="1277961" y="546037"/>
                  <a:pt x="1294558" y="546037"/>
                </a:cubicBezTo>
                <a:cubicBezTo>
                  <a:pt x="1311146" y="546056"/>
                  <a:pt x="1324591" y="558612"/>
                  <a:pt x="1324610" y="574107"/>
                </a:cubicBezTo>
                <a:close/>
                <a:moveTo>
                  <a:pt x="58972" y="756156"/>
                </a:moveTo>
                <a:cubicBezTo>
                  <a:pt x="58972" y="771658"/>
                  <a:pt x="45517" y="784225"/>
                  <a:pt x="28920" y="784225"/>
                </a:cubicBezTo>
                <a:cubicBezTo>
                  <a:pt x="12323" y="784225"/>
                  <a:pt x="-1132" y="771658"/>
                  <a:pt x="-1132" y="756156"/>
                </a:cubicBezTo>
                <a:cubicBezTo>
                  <a:pt x="-1132" y="740653"/>
                  <a:pt x="12323" y="728086"/>
                  <a:pt x="28920" y="728086"/>
                </a:cubicBezTo>
                <a:cubicBezTo>
                  <a:pt x="45510" y="728078"/>
                  <a:pt x="58963" y="740634"/>
                  <a:pt x="58972" y="756128"/>
                </a:cubicBezTo>
                <a:cubicBezTo>
                  <a:pt x="58972" y="756137"/>
                  <a:pt x="58972" y="756146"/>
                  <a:pt x="58972" y="756156"/>
                </a:cubicBezTo>
                <a:close/>
                <a:moveTo>
                  <a:pt x="312113" y="756156"/>
                </a:moveTo>
                <a:cubicBezTo>
                  <a:pt x="312113" y="771658"/>
                  <a:pt x="298659" y="784225"/>
                  <a:pt x="282062" y="784225"/>
                </a:cubicBezTo>
                <a:cubicBezTo>
                  <a:pt x="265466" y="784225"/>
                  <a:pt x="252010" y="771658"/>
                  <a:pt x="252010" y="756156"/>
                </a:cubicBezTo>
                <a:cubicBezTo>
                  <a:pt x="252010" y="740653"/>
                  <a:pt x="265466" y="728086"/>
                  <a:pt x="282062" y="728086"/>
                </a:cubicBezTo>
                <a:cubicBezTo>
                  <a:pt x="298650" y="728103"/>
                  <a:pt x="312095" y="740661"/>
                  <a:pt x="312113" y="756156"/>
                </a:cubicBezTo>
                <a:close/>
                <a:moveTo>
                  <a:pt x="565186" y="756156"/>
                </a:moveTo>
                <a:cubicBezTo>
                  <a:pt x="565186" y="771658"/>
                  <a:pt x="551730" y="784225"/>
                  <a:pt x="535134" y="784225"/>
                </a:cubicBezTo>
                <a:cubicBezTo>
                  <a:pt x="518537" y="784225"/>
                  <a:pt x="505082" y="771658"/>
                  <a:pt x="505082" y="756156"/>
                </a:cubicBezTo>
                <a:cubicBezTo>
                  <a:pt x="505082" y="740653"/>
                  <a:pt x="518537" y="728086"/>
                  <a:pt x="535134" y="728086"/>
                </a:cubicBezTo>
                <a:cubicBezTo>
                  <a:pt x="551723" y="728078"/>
                  <a:pt x="565176" y="740634"/>
                  <a:pt x="565186" y="756128"/>
                </a:cubicBezTo>
                <a:cubicBezTo>
                  <a:pt x="565186" y="756137"/>
                  <a:pt x="565186" y="756146"/>
                  <a:pt x="565186" y="756156"/>
                </a:cubicBezTo>
                <a:close/>
                <a:moveTo>
                  <a:pt x="818327" y="756156"/>
                </a:moveTo>
                <a:cubicBezTo>
                  <a:pt x="818327" y="771658"/>
                  <a:pt x="804873" y="784225"/>
                  <a:pt x="788276" y="784225"/>
                </a:cubicBezTo>
                <a:cubicBezTo>
                  <a:pt x="771678" y="784225"/>
                  <a:pt x="758224" y="771658"/>
                  <a:pt x="758224" y="756156"/>
                </a:cubicBezTo>
                <a:cubicBezTo>
                  <a:pt x="758224" y="740653"/>
                  <a:pt x="771678" y="728086"/>
                  <a:pt x="788276" y="728086"/>
                </a:cubicBezTo>
                <a:cubicBezTo>
                  <a:pt x="804866" y="728078"/>
                  <a:pt x="818318" y="740634"/>
                  <a:pt x="818327" y="756128"/>
                </a:cubicBezTo>
                <a:cubicBezTo>
                  <a:pt x="818327" y="756137"/>
                  <a:pt x="818327" y="756146"/>
                  <a:pt x="818327" y="756156"/>
                </a:cubicBezTo>
                <a:close/>
                <a:moveTo>
                  <a:pt x="1071469" y="756156"/>
                </a:moveTo>
                <a:cubicBezTo>
                  <a:pt x="1071469" y="771658"/>
                  <a:pt x="1058015" y="784225"/>
                  <a:pt x="1041418" y="784225"/>
                </a:cubicBezTo>
                <a:cubicBezTo>
                  <a:pt x="1024821" y="784225"/>
                  <a:pt x="1011366" y="771658"/>
                  <a:pt x="1011366" y="756156"/>
                </a:cubicBezTo>
                <a:cubicBezTo>
                  <a:pt x="1011366" y="740653"/>
                  <a:pt x="1024821" y="728086"/>
                  <a:pt x="1041418" y="728086"/>
                </a:cubicBezTo>
                <a:cubicBezTo>
                  <a:pt x="1058008" y="728078"/>
                  <a:pt x="1071461" y="740634"/>
                  <a:pt x="1071469" y="756128"/>
                </a:cubicBezTo>
                <a:cubicBezTo>
                  <a:pt x="1071469" y="756137"/>
                  <a:pt x="1071469" y="756146"/>
                  <a:pt x="1071469" y="756156"/>
                </a:cubicBezTo>
                <a:close/>
                <a:moveTo>
                  <a:pt x="1324610" y="756156"/>
                </a:moveTo>
                <a:cubicBezTo>
                  <a:pt x="1324610" y="771658"/>
                  <a:pt x="1311155" y="784225"/>
                  <a:pt x="1294558" y="784225"/>
                </a:cubicBezTo>
                <a:cubicBezTo>
                  <a:pt x="1277961" y="784225"/>
                  <a:pt x="1264506" y="771658"/>
                  <a:pt x="1264506" y="756156"/>
                </a:cubicBezTo>
                <a:cubicBezTo>
                  <a:pt x="1264506" y="740653"/>
                  <a:pt x="1277961" y="728086"/>
                  <a:pt x="1294558" y="728086"/>
                </a:cubicBezTo>
                <a:cubicBezTo>
                  <a:pt x="1311146" y="728103"/>
                  <a:pt x="1324591" y="740661"/>
                  <a:pt x="1324610" y="756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2"/>
          <p:cNvSpPr/>
          <p:nvPr/>
        </p:nvSpPr>
        <p:spPr>
          <a:xfrm>
            <a:off x="5590540" y="5788025"/>
            <a:ext cx="2564765" cy="3982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8154670" y="5788025"/>
            <a:ext cx="3360420" cy="3982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汇报时间</a:t>
            </a: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979170" y="3589020"/>
            <a:ext cx="1324610" cy="784225"/>
          </a:xfrm>
          <a:custGeom>
            <a:avLst/>
            <a:gdLst/>
            <a:ahLst/>
            <a:cxnLst/>
            <a:rect l="l" t="t" r="r" b="b"/>
            <a:pathLst>
              <a:path w="1324610" h="784225">
                <a:moveTo>
                  <a:pt x="58972" y="27960"/>
                </a:moveTo>
                <a:cubicBezTo>
                  <a:pt x="58972" y="43462"/>
                  <a:pt x="45517" y="56029"/>
                  <a:pt x="28920" y="56029"/>
                </a:cubicBezTo>
                <a:cubicBezTo>
                  <a:pt x="12323" y="56029"/>
                  <a:pt x="-1132" y="43462"/>
                  <a:pt x="-1132" y="27960"/>
                </a:cubicBezTo>
                <a:cubicBezTo>
                  <a:pt x="-1132" y="12458"/>
                  <a:pt x="12323" y="-110"/>
                  <a:pt x="28920" y="-110"/>
                </a:cubicBezTo>
                <a:cubicBezTo>
                  <a:pt x="45510" y="-117"/>
                  <a:pt x="58963" y="12439"/>
                  <a:pt x="58972" y="27933"/>
                </a:cubicBezTo>
                <a:cubicBezTo>
                  <a:pt x="58972" y="27943"/>
                  <a:pt x="58972" y="27951"/>
                  <a:pt x="58972" y="27960"/>
                </a:cubicBezTo>
                <a:close/>
                <a:moveTo>
                  <a:pt x="312113" y="27960"/>
                </a:moveTo>
                <a:cubicBezTo>
                  <a:pt x="312113" y="43462"/>
                  <a:pt x="298659" y="56029"/>
                  <a:pt x="282062" y="56029"/>
                </a:cubicBezTo>
                <a:cubicBezTo>
                  <a:pt x="265466" y="56029"/>
                  <a:pt x="252010" y="43462"/>
                  <a:pt x="252010" y="27960"/>
                </a:cubicBezTo>
                <a:cubicBezTo>
                  <a:pt x="252010" y="12458"/>
                  <a:pt x="265466" y="-110"/>
                  <a:pt x="282062" y="-110"/>
                </a:cubicBezTo>
                <a:cubicBezTo>
                  <a:pt x="298650" y="-91"/>
                  <a:pt x="312095" y="12465"/>
                  <a:pt x="312113" y="27960"/>
                </a:cubicBezTo>
                <a:close/>
                <a:moveTo>
                  <a:pt x="565186" y="27960"/>
                </a:moveTo>
                <a:cubicBezTo>
                  <a:pt x="565186" y="43462"/>
                  <a:pt x="551730" y="56029"/>
                  <a:pt x="535134" y="56029"/>
                </a:cubicBezTo>
                <a:cubicBezTo>
                  <a:pt x="518537" y="56029"/>
                  <a:pt x="505082" y="43462"/>
                  <a:pt x="505082" y="27960"/>
                </a:cubicBezTo>
                <a:cubicBezTo>
                  <a:pt x="505082" y="12458"/>
                  <a:pt x="518537" y="-110"/>
                  <a:pt x="535134" y="-110"/>
                </a:cubicBezTo>
                <a:cubicBezTo>
                  <a:pt x="551723" y="-117"/>
                  <a:pt x="565176" y="12439"/>
                  <a:pt x="565186" y="27933"/>
                </a:cubicBezTo>
                <a:cubicBezTo>
                  <a:pt x="565186" y="27943"/>
                  <a:pt x="565186" y="27951"/>
                  <a:pt x="565186" y="27960"/>
                </a:cubicBezTo>
                <a:close/>
                <a:moveTo>
                  <a:pt x="818327" y="27960"/>
                </a:moveTo>
                <a:cubicBezTo>
                  <a:pt x="818327" y="43462"/>
                  <a:pt x="804873" y="56029"/>
                  <a:pt x="788276" y="56029"/>
                </a:cubicBezTo>
                <a:cubicBezTo>
                  <a:pt x="771678" y="56029"/>
                  <a:pt x="758224" y="43462"/>
                  <a:pt x="758224" y="27960"/>
                </a:cubicBezTo>
                <a:cubicBezTo>
                  <a:pt x="758224" y="12458"/>
                  <a:pt x="771678" y="-110"/>
                  <a:pt x="788276" y="-110"/>
                </a:cubicBezTo>
                <a:cubicBezTo>
                  <a:pt x="804866" y="-117"/>
                  <a:pt x="818318" y="12439"/>
                  <a:pt x="818327" y="27933"/>
                </a:cubicBezTo>
                <a:cubicBezTo>
                  <a:pt x="818327" y="27943"/>
                  <a:pt x="818327" y="27951"/>
                  <a:pt x="818327" y="27960"/>
                </a:cubicBezTo>
                <a:close/>
                <a:moveTo>
                  <a:pt x="1071469" y="27960"/>
                </a:moveTo>
                <a:cubicBezTo>
                  <a:pt x="1071469" y="43462"/>
                  <a:pt x="1058015" y="56029"/>
                  <a:pt x="1041418" y="56029"/>
                </a:cubicBezTo>
                <a:cubicBezTo>
                  <a:pt x="1024821" y="56029"/>
                  <a:pt x="1011366" y="43462"/>
                  <a:pt x="1011366" y="27960"/>
                </a:cubicBezTo>
                <a:cubicBezTo>
                  <a:pt x="1011366" y="12458"/>
                  <a:pt x="1024821" y="-110"/>
                  <a:pt x="1041418" y="-110"/>
                </a:cubicBezTo>
                <a:cubicBezTo>
                  <a:pt x="1058008" y="-117"/>
                  <a:pt x="1071461" y="12439"/>
                  <a:pt x="1071469" y="27933"/>
                </a:cubicBezTo>
                <a:cubicBezTo>
                  <a:pt x="1071469" y="27943"/>
                  <a:pt x="1071469" y="27951"/>
                  <a:pt x="1071469" y="27960"/>
                </a:cubicBezTo>
                <a:close/>
                <a:moveTo>
                  <a:pt x="1324610" y="27960"/>
                </a:moveTo>
                <a:cubicBezTo>
                  <a:pt x="1324610" y="43462"/>
                  <a:pt x="1311155" y="56029"/>
                  <a:pt x="1294558" y="56029"/>
                </a:cubicBezTo>
                <a:cubicBezTo>
                  <a:pt x="1277961" y="56029"/>
                  <a:pt x="1264506" y="43462"/>
                  <a:pt x="1264506" y="27960"/>
                </a:cubicBezTo>
                <a:cubicBezTo>
                  <a:pt x="1264506" y="12458"/>
                  <a:pt x="1277961" y="-110"/>
                  <a:pt x="1294558" y="-110"/>
                </a:cubicBezTo>
                <a:cubicBezTo>
                  <a:pt x="1311146" y="-91"/>
                  <a:pt x="1324591" y="12465"/>
                  <a:pt x="1324610" y="27960"/>
                </a:cubicBezTo>
                <a:close/>
                <a:moveTo>
                  <a:pt x="58972" y="210009"/>
                </a:moveTo>
                <a:cubicBezTo>
                  <a:pt x="58972" y="225511"/>
                  <a:pt x="45517" y="238078"/>
                  <a:pt x="28920" y="238078"/>
                </a:cubicBezTo>
                <a:cubicBezTo>
                  <a:pt x="12323" y="238078"/>
                  <a:pt x="-1132" y="225511"/>
                  <a:pt x="-1132" y="210009"/>
                </a:cubicBezTo>
                <a:cubicBezTo>
                  <a:pt x="-1132" y="194506"/>
                  <a:pt x="12323" y="181939"/>
                  <a:pt x="28920" y="181939"/>
                </a:cubicBezTo>
                <a:cubicBezTo>
                  <a:pt x="45510" y="181932"/>
                  <a:pt x="58963" y="194488"/>
                  <a:pt x="58972" y="209983"/>
                </a:cubicBezTo>
                <a:cubicBezTo>
                  <a:pt x="58972" y="209992"/>
                  <a:pt x="58972" y="210000"/>
                  <a:pt x="58972" y="210009"/>
                </a:cubicBezTo>
                <a:close/>
                <a:moveTo>
                  <a:pt x="312113" y="210009"/>
                </a:moveTo>
                <a:cubicBezTo>
                  <a:pt x="312113" y="225511"/>
                  <a:pt x="298659" y="238078"/>
                  <a:pt x="282062" y="238078"/>
                </a:cubicBezTo>
                <a:cubicBezTo>
                  <a:pt x="265466" y="238078"/>
                  <a:pt x="252010" y="225511"/>
                  <a:pt x="252010" y="210009"/>
                </a:cubicBezTo>
                <a:cubicBezTo>
                  <a:pt x="252010" y="194506"/>
                  <a:pt x="265466" y="181939"/>
                  <a:pt x="282062" y="181939"/>
                </a:cubicBezTo>
                <a:cubicBezTo>
                  <a:pt x="298650" y="181958"/>
                  <a:pt x="312095" y="194514"/>
                  <a:pt x="312113" y="210009"/>
                </a:cubicBezTo>
                <a:close/>
                <a:moveTo>
                  <a:pt x="565186" y="210009"/>
                </a:moveTo>
                <a:cubicBezTo>
                  <a:pt x="565186" y="225511"/>
                  <a:pt x="551730" y="238078"/>
                  <a:pt x="535134" y="238078"/>
                </a:cubicBezTo>
                <a:cubicBezTo>
                  <a:pt x="518537" y="238078"/>
                  <a:pt x="505082" y="225511"/>
                  <a:pt x="505082" y="210009"/>
                </a:cubicBezTo>
                <a:cubicBezTo>
                  <a:pt x="505082" y="194506"/>
                  <a:pt x="518537" y="181939"/>
                  <a:pt x="535134" y="181939"/>
                </a:cubicBezTo>
                <a:cubicBezTo>
                  <a:pt x="551723" y="181932"/>
                  <a:pt x="565176" y="194488"/>
                  <a:pt x="565186" y="209983"/>
                </a:cubicBezTo>
                <a:cubicBezTo>
                  <a:pt x="565186" y="209992"/>
                  <a:pt x="565186" y="210000"/>
                  <a:pt x="565186" y="210009"/>
                </a:cubicBezTo>
                <a:close/>
                <a:moveTo>
                  <a:pt x="818327" y="210009"/>
                </a:moveTo>
                <a:cubicBezTo>
                  <a:pt x="818327" y="225511"/>
                  <a:pt x="804873" y="238078"/>
                  <a:pt x="788276" y="238078"/>
                </a:cubicBezTo>
                <a:cubicBezTo>
                  <a:pt x="771678" y="238078"/>
                  <a:pt x="758224" y="225511"/>
                  <a:pt x="758224" y="210009"/>
                </a:cubicBezTo>
                <a:cubicBezTo>
                  <a:pt x="758224" y="194506"/>
                  <a:pt x="771678" y="181939"/>
                  <a:pt x="788276" y="181939"/>
                </a:cubicBezTo>
                <a:cubicBezTo>
                  <a:pt x="804866" y="181932"/>
                  <a:pt x="818318" y="194488"/>
                  <a:pt x="818327" y="209983"/>
                </a:cubicBezTo>
                <a:cubicBezTo>
                  <a:pt x="818327" y="209992"/>
                  <a:pt x="818327" y="210000"/>
                  <a:pt x="818327" y="210009"/>
                </a:cubicBezTo>
                <a:close/>
                <a:moveTo>
                  <a:pt x="1071469" y="210009"/>
                </a:moveTo>
                <a:cubicBezTo>
                  <a:pt x="1071469" y="225511"/>
                  <a:pt x="1058015" y="238078"/>
                  <a:pt x="1041418" y="238078"/>
                </a:cubicBezTo>
                <a:cubicBezTo>
                  <a:pt x="1024821" y="238078"/>
                  <a:pt x="1011366" y="225511"/>
                  <a:pt x="1011366" y="210009"/>
                </a:cubicBezTo>
                <a:cubicBezTo>
                  <a:pt x="1011366" y="194506"/>
                  <a:pt x="1024821" y="181939"/>
                  <a:pt x="1041418" y="181939"/>
                </a:cubicBezTo>
                <a:cubicBezTo>
                  <a:pt x="1058008" y="181932"/>
                  <a:pt x="1071461" y="194488"/>
                  <a:pt x="1071469" y="209983"/>
                </a:cubicBezTo>
                <a:cubicBezTo>
                  <a:pt x="1071469" y="209992"/>
                  <a:pt x="1071469" y="210000"/>
                  <a:pt x="1071469" y="210009"/>
                </a:cubicBezTo>
                <a:close/>
                <a:moveTo>
                  <a:pt x="1324610" y="210009"/>
                </a:moveTo>
                <a:cubicBezTo>
                  <a:pt x="1324610" y="225511"/>
                  <a:pt x="1311155" y="238078"/>
                  <a:pt x="1294558" y="238078"/>
                </a:cubicBezTo>
                <a:cubicBezTo>
                  <a:pt x="1277961" y="238078"/>
                  <a:pt x="1264506" y="225511"/>
                  <a:pt x="1264506" y="210009"/>
                </a:cubicBezTo>
                <a:cubicBezTo>
                  <a:pt x="1264506" y="194506"/>
                  <a:pt x="1277961" y="181939"/>
                  <a:pt x="1294558" y="181939"/>
                </a:cubicBezTo>
                <a:cubicBezTo>
                  <a:pt x="1311146" y="181958"/>
                  <a:pt x="1324591" y="194514"/>
                  <a:pt x="1324610" y="210009"/>
                </a:cubicBezTo>
                <a:close/>
                <a:moveTo>
                  <a:pt x="58972" y="392058"/>
                </a:moveTo>
                <a:cubicBezTo>
                  <a:pt x="58972" y="407560"/>
                  <a:pt x="45517" y="420127"/>
                  <a:pt x="28920" y="420127"/>
                </a:cubicBezTo>
                <a:cubicBezTo>
                  <a:pt x="12323" y="420127"/>
                  <a:pt x="-1132" y="407560"/>
                  <a:pt x="-1132" y="392058"/>
                </a:cubicBezTo>
                <a:cubicBezTo>
                  <a:pt x="-1132" y="376555"/>
                  <a:pt x="12323" y="363988"/>
                  <a:pt x="28920" y="363988"/>
                </a:cubicBezTo>
                <a:cubicBezTo>
                  <a:pt x="45510" y="363981"/>
                  <a:pt x="58963" y="376536"/>
                  <a:pt x="58972" y="392031"/>
                </a:cubicBezTo>
                <a:cubicBezTo>
                  <a:pt x="58972" y="392039"/>
                  <a:pt x="58972" y="392049"/>
                  <a:pt x="58972" y="392058"/>
                </a:cubicBezTo>
                <a:close/>
                <a:moveTo>
                  <a:pt x="312113" y="392058"/>
                </a:moveTo>
                <a:cubicBezTo>
                  <a:pt x="312113" y="407560"/>
                  <a:pt x="298659" y="420127"/>
                  <a:pt x="282062" y="420127"/>
                </a:cubicBezTo>
                <a:cubicBezTo>
                  <a:pt x="265466" y="420127"/>
                  <a:pt x="252010" y="407560"/>
                  <a:pt x="252010" y="392058"/>
                </a:cubicBezTo>
                <a:cubicBezTo>
                  <a:pt x="252010" y="376555"/>
                  <a:pt x="265466" y="363988"/>
                  <a:pt x="282062" y="363988"/>
                </a:cubicBezTo>
                <a:cubicBezTo>
                  <a:pt x="298650" y="364007"/>
                  <a:pt x="312095" y="376563"/>
                  <a:pt x="312113" y="392058"/>
                </a:cubicBezTo>
                <a:close/>
                <a:moveTo>
                  <a:pt x="565186" y="392058"/>
                </a:moveTo>
                <a:cubicBezTo>
                  <a:pt x="565186" y="407560"/>
                  <a:pt x="551730" y="420127"/>
                  <a:pt x="535134" y="420127"/>
                </a:cubicBezTo>
                <a:cubicBezTo>
                  <a:pt x="518537" y="420127"/>
                  <a:pt x="505082" y="407560"/>
                  <a:pt x="505082" y="392058"/>
                </a:cubicBezTo>
                <a:cubicBezTo>
                  <a:pt x="505082" y="376555"/>
                  <a:pt x="518537" y="363988"/>
                  <a:pt x="535134" y="363988"/>
                </a:cubicBezTo>
                <a:cubicBezTo>
                  <a:pt x="551723" y="363981"/>
                  <a:pt x="565176" y="376536"/>
                  <a:pt x="565186" y="392031"/>
                </a:cubicBezTo>
                <a:cubicBezTo>
                  <a:pt x="565186" y="392039"/>
                  <a:pt x="565186" y="392049"/>
                  <a:pt x="565186" y="392058"/>
                </a:cubicBezTo>
                <a:close/>
                <a:moveTo>
                  <a:pt x="818327" y="392058"/>
                </a:moveTo>
                <a:cubicBezTo>
                  <a:pt x="818327" y="407560"/>
                  <a:pt x="804873" y="420127"/>
                  <a:pt x="788276" y="420127"/>
                </a:cubicBezTo>
                <a:cubicBezTo>
                  <a:pt x="771678" y="420127"/>
                  <a:pt x="758224" y="407560"/>
                  <a:pt x="758224" y="392058"/>
                </a:cubicBezTo>
                <a:cubicBezTo>
                  <a:pt x="758224" y="376555"/>
                  <a:pt x="771678" y="363988"/>
                  <a:pt x="788276" y="363988"/>
                </a:cubicBezTo>
                <a:cubicBezTo>
                  <a:pt x="804866" y="363981"/>
                  <a:pt x="818318" y="376536"/>
                  <a:pt x="818327" y="392031"/>
                </a:cubicBezTo>
                <a:cubicBezTo>
                  <a:pt x="818327" y="392039"/>
                  <a:pt x="818327" y="392049"/>
                  <a:pt x="818327" y="392058"/>
                </a:cubicBezTo>
                <a:close/>
                <a:moveTo>
                  <a:pt x="1071469" y="392058"/>
                </a:moveTo>
                <a:cubicBezTo>
                  <a:pt x="1071469" y="407560"/>
                  <a:pt x="1058015" y="420127"/>
                  <a:pt x="1041418" y="420127"/>
                </a:cubicBezTo>
                <a:cubicBezTo>
                  <a:pt x="1024821" y="420127"/>
                  <a:pt x="1011366" y="407560"/>
                  <a:pt x="1011366" y="392058"/>
                </a:cubicBezTo>
                <a:cubicBezTo>
                  <a:pt x="1011366" y="376555"/>
                  <a:pt x="1024821" y="363988"/>
                  <a:pt x="1041418" y="363988"/>
                </a:cubicBezTo>
                <a:cubicBezTo>
                  <a:pt x="1058008" y="363981"/>
                  <a:pt x="1071461" y="376536"/>
                  <a:pt x="1071469" y="392031"/>
                </a:cubicBezTo>
                <a:cubicBezTo>
                  <a:pt x="1071469" y="392039"/>
                  <a:pt x="1071469" y="392049"/>
                  <a:pt x="1071469" y="392058"/>
                </a:cubicBezTo>
                <a:close/>
                <a:moveTo>
                  <a:pt x="1324610" y="392058"/>
                </a:moveTo>
                <a:cubicBezTo>
                  <a:pt x="1324610" y="407560"/>
                  <a:pt x="1311155" y="420127"/>
                  <a:pt x="1294558" y="420127"/>
                </a:cubicBezTo>
                <a:cubicBezTo>
                  <a:pt x="1277961" y="420127"/>
                  <a:pt x="1264506" y="407560"/>
                  <a:pt x="1264506" y="392058"/>
                </a:cubicBezTo>
                <a:cubicBezTo>
                  <a:pt x="1264506" y="376555"/>
                  <a:pt x="1277961" y="363988"/>
                  <a:pt x="1294558" y="363988"/>
                </a:cubicBezTo>
                <a:cubicBezTo>
                  <a:pt x="1311146" y="364007"/>
                  <a:pt x="1324591" y="376563"/>
                  <a:pt x="1324610" y="392058"/>
                </a:cubicBezTo>
                <a:close/>
                <a:moveTo>
                  <a:pt x="58972" y="574107"/>
                </a:moveTo>
                <a:cubicBezTo>
                  <a:pt x="58972" y="589609"/>
                  <a:pt x="45517" y="602176"/>
                  <a:pt x="28920" y="602176"/>
                </a:cubicBezTo>
                <a:cubicBezTo>
                  <a:pt x="12323" y="602176"/>
                  <a:pt x="-1132" y="589609"/>
                  <a:pt x="-1132" y="574107"/>
                </a:cubicBezTo>
                <a:cubicBezTo>
                  <a:pt x="-1132" y="558604"/>
                  <a:pt x="12323" y="546037"/>
                  <a:pt x="28920" y="546037"/>
                </a:cubicBezTo>
                <a:cubicBezTo>
                  <a:pt x="45510" y="546030"/>
                  <a:pt x="58963" y="558585"/>
                  <a:pt x="58972" y="574080"/>
                </a:cubicBezTo>
                <a:cubicBezTo>
                  <a:pt x="58972" y="574089"/>
                  <a:pt x="58972" y="574098"/>
                  <a:pt x="58972" y="574107"/>
                </a:cubicBezTo>
                <a:close/>
                <a:moveTo>
                  <a:pt x="312113" y="574107"/>
                </a:moveTo>
                <a:cubicBezTo>
                  <a:pt x="312113" y="589609"/>
                  <a:pt x="298659" y="602176"/>
                  <a:pt x="282062" y="602176"/>
                </a:cubicBezTo>
                <a:cubicBezTo>
                  <a:pt x="265466" y="602176"/>
                  <a:pt x="252010" y="589609"/>
                  <a:pt x="252010" y="574107"/>
                </a:cubicBezTo>
                <a:cubicBezTo>
                  <a:pt x="252010" y="558604"/>
                  <a:pt x="265466" y="546037"/>
                  <a:pt x="282062" y="546037"/>
                </a:cubicBezTo>
                <a:cubicBezTo>
                  <a:pt x="298650" y="546056"/>
                  <a:pt x="312095" y="558612"/>
                  <a:pt x="312113" y="574107"/>
                </a:cubicBezTo>
                <a:close/>
                <a:moveTo>
                  <a:pt x="565186" y="574107"/>
                </a:moveTo>
                <a:cubicBezTo>
                  <a:pt x="565186" y="589609"/>
                  <a:pt x="551730" y="602176"/>
                  <a:pt x="535134" y="602176"/>
                </a:cubicBezTo>
                <a:cubicBezTo>
                  <a:pt x="518537" y="602176"/>
                  <a:pt x="505082" y="589609"/>
                  <a:pt x="505082" y="574107"/>
                </a:cubicBezTo>
                <a:cubicBezTo>
                  <a:pt x="505082" y="558604"/>
                  <a:pt x="518537" y="546037"/>
                  <a:pt x="535134" y="546037"/>
                </a:cubicBezTo>
                <a:cubicBezTo>
                  <a:pt x="551723" y="546030"/>
                  <a:pt x="565176" y="558585"/>
                  <a:pt x="565186" y="574080"/>
                </a:cubicBezTo>
                <a:cubicBezTo>
                  <a:pt x="565186" y="574089"/>
                  <a:pt x="565186" y="574098"/>
                  <a:pt x="565186" y="574107"/>
                </a:cubicBezTo>
                <a:close/>
                <a:moveTo>
                  <a:pt x="818327" y="574107"/>
                </a:moveTo>
                <a:cubicBezTo>
                  <a:pt x="818327" y="589609"/>
                  <a:pt x="804873" y="602176"/>
                  <a:pt x="788276" y="602176"/>
                </a:cubicBezTo>
                <a:cubicBezTo>
                  <a:pt x="771678" y="602176"/>
                  <a:pt x="758224" y="589609"/>
                  <a:pt x="758224" y="574107"/>
                </a:cubicBezTo>
                <a:cubicBezTo>
                  <a:pt x="758224" y="558604"/>
                  <a:pt x="771678" y="546037"/>
                  <a:pt x="788276" y="546037"/>
                </a:cubicBezTo>
                <a:cubicBezTo>
                  <a:pt x="804866" y="546030"/>
                  <a:pt x="818318" y="558585"/>
                  <a:pt x="818327" y="574080"/>
                </a:cubicBezTo>
                <a:cubicBezTo>
                  <a:pt x="818327" y="574089"/>
                  <a:pt x="818327" y="574098"/>
                  <a:pt x="818327" y="574107"/>
                </a:cubicBezTo>
                <a:close/>
                <a:moveTo>
                  <a:pt x="1071469" y="574107"/>
                </a:moveTo>
                <a:cubicBezTo>
                  <a:pt x="1071469" y="589609"/>
                  <a:pt x="1058015" y="602176"/>
                  <a:pt x="1041418" y="602176"/>
                </a:cubicBezTo>
                <a:cubicBezTo>
                  <a:pt x="1024821" y="602176"/>
                  <a:pt x="1011366" y="589609"/>
                  <a:pt x="1011366" y="574107"/>
                </a:cubicBezTo>
                <a:cubicBezTo>
                  <a:pt x="1011366" y="558604"/>
                  <a:pt x="1024821" y="546037"/>
                  <a:pt x="1041418" y="546037"/>
                </a:cubicBezTo>
                <a:cubicBezTo>
                  <a:pt x="1058008" y="546030"/>
                  <a:pt x="1071461" y="558585"/>
                  <a:pt x="1071469" y="574080"/>
                </a:cubicBezTo>
                <a:cubicBezTo>
                  <a:pt x="1071469" y="574089"/>
                  <a:pt x="1071469" y="574098"/>
                  <a:pt x="1071469" y="574107"/>
                </a:cubicBezTo>
                <a:close/>
                <a:moveTo>
                  <a:pt x="1324610" y="574107"/>
                </a:moveTo>
                <a:cubicBezTo>
                  <a:pt x="1324610" y="589609"/>
                  <a:pt x="1311155" y="602176"/>
                  <a:pt x="1294558" y="602176"/>
                </a:cubicBezTo>
                <a:cubicBezTo>
                  <a:pt x="1277961" y="602176"/>
                  <a:pt x="1264506" y="589609"/>
                  <a:pt x="1264506" y="574107"/>
                </a:cubicBezTo>
                <a:cubicBezTo>
                  <a:pt x="1264506" y="558604"/>
                  <a:pt x="1277961" y="546037"/>
                  <a:pt x="1294558" y="546037"/>
                </a:cubicBezTo>
                <a:cubicBezTo>
                  <a:pt x="1311146" y="546056"/>
                  <a:pt x="1324591" y="558612"/>
                  <a:pt x="1324610" y="574107"/>
                </a:cubicBezTo>
                <a:close/>
                <a:moveTo>
                  <a:pt x="58972" y="756156"/>
                </a:moveTo>
                <a:cubicBezTo>
                  <a:pt x="58972" y="771658"/>
                  <a:pt x="45517" y="784225"/>
                  <a:pt x="28920" y="784225"/>
                </a:cubicBezTo>
                <a:cubicBezTo>
                  <a:pt x="12323" y="784225"/>
                  <a:pt x="-1132" y="771658"/>
                  <a:pt x="-1132" y="756156"/>
                </a:cubicBezTo>
                <a:cubicBezTo>
                  <a:pt x="-1132" y="740653"/>
                  <a:pt x="12323" y="728086"/>
                  <a:pt x="28920" y="728086"/>
                </a:cubicBezTo>
                <a:cubicBezTo>
                  <a:pt x="45510" y="728078"/>
                  <a:pt x="58963" y="740634"/>
                  <a:pt x="58972" y="756128"/>
                </a:cubicBezTo>
                <a:cubicBezTo>
                  <a:pt x="58972" y="756137"/>
                  <a:pt x="58972" y="756146"/>
                  <a:pt x="58972" y="756156"/>
                </a:cubicBezTo>
                <a:close/>
                <a:moveTo>
                  <a:pt x="312113" y="756156"/>
                </a:moveTo>
                <a:cubicBezTo>
                  <a:pt x="312113" y="771658"/>
                  <a:pt x="298659" y="784225"/>
                  <a:pt x="282062" y="784225"/>
                </a:cubicBezTo>
                <a:cubicBezTo>
                  <a:pt x="265466" y="784225"/>
                  <a:pt x="252010" y="771658"/>
                  <a:pt x="252010" y="756156"/>
                </a:cubicBezTo>
                <a:cubicBezTo>
                  <a:pt x="252010" y="740653"/>
                  <a:pt x="265466" y="728086"/>
                  <a:pt x="282062" y="728086"/>
                </a:cubicBezTo>
                <a:cubicBezTo>
                  <a:pt x="298650" y="728103"/>
                  <a:pt x="312095" y="740661"/>
                  <a:pt x="312113" y="756156"/>
                </a:cubicBezTo>
                <a:close/>
                <a:moveTo>
                  <a:pt x="565186" y="756156"/>
                </a:moveTo>
                <a:cubicBezTo>
                  <a:pt x="565186" y="771658"/>
                  <a:pt x="551730" y="784225"/>
                  <a:pt x="535134" y="784225"/>
                </a:cubicBezTo>
                <a:cubicBezTo>
                  <a:pt x="518537" y="784225"/>
                  <a:pt x="505082" y="771658"/>
                  <a:pt x="505082" y="756156"/>
                </a:cubicBezTo>
                <a:cubicBezTo>
                  <a:pt x="505082" y="740653"/>
                  <a:pt x="518537" y="728086"/>
                  <a:pt x="535134" y="728086"/>
                </a:cubicBezTo>
                <a:cubicBezTo>
                  <a:pt x="551723" y="728078"/>
                  <a:pt x="565176" y="740634"/>
                  <a:pt x="565186" y="756128"/>
                </a:cubicBezTo>
                <a:cubicBezTo>
                  <a:pt x="565186" y="756137"/>
                  <a:pt x="565186" y="756146"/>
                  <a:pt x="565186" y="756156"/>
                </a:cubicBezTo>
                <a:close/>
                <a:moveTo>
                  <a:pt x="818327" y="756156"/>
                </a:moveTo>
                <a:cubicBezTo>
                  <a:pt x="818327" y="771658"/>
                  <a:pt x="804873" y="784225"/>
                  <a:pt x="788276" y="784225"/>
                </a:cubicBezTo>
                <a:cubicBezTo>
                  <a:pt x="771678" y="784225"/>
                  <a:pt x="758224" y="771658"/>
                  <a:pt x="758224" y="756156"/>
                </a:cubicBezTo>
                <a:cubicBezTo>
                  <a:pt x="758224" y="740653"/>
                  <a:pt x="771678" y="728086"/>
                  <a:pt x="788276" y="728086"/>
                </a:cubicBezTo>
                <a:cubicBezTo>
                  <a:pt x="804866" y="728078"/>
                  <a:pt x="818318" y="740634"/>
                  <a:pt x="818327" y="756128"/>
                </a:cubicBezTo>
                <a:cubicBezTo>
                  <a:pt x="818327" y="756137"/>
                  <a:pt x="818327" y="756146"/>
                  <a:pt x="818327" y="756156"/>
                </a:cubicBezTo>
                <a:close/>
                <a:moveTo>
                  <a:pt x="1071469" y="756156"/>
                </a:moveTo>
                <a:cubicBezTo>
                  <a:pt x="1071469" y="771658"/>
                  <a:pt x="1058015" y="784225"/>
                  <a:pt x="1041418" y="784225"/>
                </a:cubicBezTo>
                <a:cubicBezTo>
                  <a:pt x="1024821" y="784225"/>
                  <a:pt x="1011366" y="771658"/>
                  <a:pt x="1011366" y="756156"/>
                </a:cubicBezTo>
                <a:cubicBezTo>
                  <a:pt x="1011366" y="740653"/>
                  <a:pt x="1024821" y="728086"/>
                  <a:pt x="1041418" y="728086"/>
                </a:cubicBezTo>
                <a:cubicBezTo>
                  <a:pt x="1058008" y="728078"/>
                  <a:pt x="1071461" y="740634"/>
                  <a:pt x="1071469" y="756128"/>
                </a:cubicBezTo>
                <a:cubicBezTo>
                  <a:pt x="1071469" y="756137"/>
                  <a:pt x="1071469" y="756146"/>
                  <a:pt x="1071469" y="756156"/>
                </a:cubicBezTo>
                <a:close/>
                <a:moveTo>
                  <a:pt x="1324610" y="756156"/>
                </a:moveTo>
                <a:cubicBezTo>
                  <a:pt x="1324610" y="771658"/>
                  <a:pt x="1311155" y="784225"/>
                  <a:pt x="1294558" y="784225"/>
                </a:cubicBezTo>
                <a:cubicBezTo>
                  <a:pt x="1277961" y="784225"/>
                  <a:pt x="1264506" y="771658"/>
                  <a:pt x="1264506" y="756156"/>
                </a:cubicBezTo>
                <a:cubicBezTo>
                  <a:pt x="1264506" y="740653"/>
                  <a:pt x="1277961" y="728086"/>
                  <a:pt x="1294558" y="728086"/>
                </a:cubicBezTo>
                <a:cubicBezTo>
                  <a:pt x="1311146" y="728103"/>
                  <a:pt x="1324591" y="740661"/>
                  <a:pt x="1324610" y="756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5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2-d3l4j4gs8jdo4os5ek60.jpg"/>
          <p:cNvPicPr>
            <a:picLocks noChangeAspect="1"/>
          </p:cNvPicPr>
          <p:nvPr/>
        </p:nvPicPr>
        <p:blipFill>
          <a:blip r:embed="rId3">
            <a:alphaModFix amt="26000"/>
          </a:blip>
          <a:stretch>
            <a:fillRect/>
          </a:stretch>
        </p:blipFill>
        <p:spPr>
          <a:xfrm>
            <a:off x="0" y="0"/>
            <a:ext cx="12213590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4"/>
          <a:srcRect l="7886" r="-4156" b="-1269"/>
          <a:stretch/>
        </p:blipFill>
        <p:spPr>
          <a:xfrm>
            <a:off x="0" y="635"/>
            <a:ext cx="3675380" cy="69437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4035" y="2204720"/>
            <a:ext cx="1021080" cy="20281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 rot="5400000">
            <a:off x="323850" y="3374390"/>
            <a:ext cx="2479040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37205" y="1160109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7" name="Image 2" descr="https://kimi-img.moonshot.cn/pub/slides/slides_tmpl/image/25-10-11-20:12:03-d3l4j4os8jdo4os5ek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0700" y="792480"/>
            <a:ext cx="3427095" cy="537591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70580" y="1670685"/>
            <a:ext cx="5194300" cy="5303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铸剑使命：实践缘起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3370580" y="2382520"/>
            <a:ext cx="5194300" cy="5303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角色跃迁：准总师定位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3370580" y="3094355"/>
            <a:ext cx="5194300" cy="5303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系统思维：关键决策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370580" y="3806190"/>
            <a:ext cx="5194300" cy="5303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协同攻坚：跨域统筹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370580" y="4518025"/>
            <a:ext cx="5194300" cy="5303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精神淬炼：归零攻坚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370580" y="5241290"/>
            <a:ext cx="5194300" cy="5303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能力跃升：总师之路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3"/>
          <a:srcRect l="291" r="29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5"/>
          <a:srcRect l="11182" r="-7512"/>
          <a:stretch/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铸剑使命：实践缘起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  <a:ln/>
        </p:spPr>
      </p:sp>
      <p:sp>
        <p:nvSpPr>
          <p:cNvPr id="8" name="Shape 3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  <a:ln/>
        </p:spPr>
      </p:sp>
      <p:pic>
        <p:nvPicPr>
          <p:cNvPr id="9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5"/>
          <a:srcRect l="11182" r="-7512"/>
          <a:stretch/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6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6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7-d3l4j5os8jdo4os5ek9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391535" y="-1948815"/>
            <a:ext cx="5415280" cy="12198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42235" y="832485"/>
            <a:ext cx="6907530" cy="606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传承总师基因：软件人的时代担当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00-d3l4j40s8jdo4os5ek20.png"/>
          <p:cNvPicPr>
            <a:picLocks noChangeAspect="1"/>
          </p:cNvPicPr>
          <p:nvPr/>
        </p:nvPicPr>
        <p:blipFill>
          <a:blip r:embed="rId5"/>
          <a:srcRect t="22249" b="22249"/>
          <a:stretch/>
        </p:blipFill>
        <p:spPr>
          <a:xfrm>
            <a:off x="1303020" y="2698750"/>
            <a:ext cx="4114165" cy="65659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7455" y="812165"/>
            <a:ext cx="997585" cy="63119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0-d3l4j40s8jdo4os5ek20.png"/>
          <p:cNvPicPr>
            <a:picLocks noChangeAspect="1"/>
          </p:cNvPicPr>
          <p:nvPr/>
        </p:nvPicPr>
        <p:blipFill>
          <a:blip r:embed="rId5"/>
          <a:srcRect t="22249" b="22249"/>
          <a:stretch/>
        </p:blipFill>
        <p:spPr>
          <a:xfrm>
            <a:off x="6529705" y="2701925"/>
            <a:ext cx="4114165" cy="65659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414780" y="2695575"/>
            <a:ext cx="3829685" cy="5790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总师育人文化的核心内涵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1291590" y="3382010"/>
            <a:ext cx="4124960" cy="20420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西北工业大学"总师育人文化"强调胸怀家国的使命担当、统筹全局的系统思维、自主创新的攻坚勇气、万无一失的严谨作风、协同攻坚的统筹能力，是中国工业人跨越半个多世纪传承下来的精神血脉与能力内核。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6641465" y="2698750"/>
            <a:ext cx="3829685" cy="5790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软件人的角色跨越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6583680" y="3408680"/>
            <a:ext cx="4124960" cy="24322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承总师基因对软件工程领域意味着实现从"代码编写者"到"系统总师"的根本性跨越——从只关注单一模块功能实现，转向对系统全生命周期、全产业链需求的全局把控；从单兵作战的技术极客，转向跨领域协同攻坚的统筹者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50-d3l4jggs8jdo4os5ekp0.jpeg"/>
          <p:cNvPicPr>
            <a:picLocks noChangeAspect="1"/>
          </p:cNvPicPr>
          <p:nvPr/>
        </p:nvPicPr>
        <p:blipFill>
          <a:blip r:embed="rId4"/>
          <a:srcRect t="20753" b="29928"/>
          <a:stretch/>
        </p:blipFill>
        <p:spPr>
          <a:xfrm>
            <a:off x="0" y="0"/>
            <a:ext cx="12192000" cy="223901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5"/>
          <a:srcRect l="3827" r="3827"/>
          <a:stretch/>
        </p:blipFill>
        <p:spPr>
          <a:xfrm>
            <a:off x="601980" y="1548765"/>
            <a:ext cx="3518535" cy="48863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71140" y="593090"/>
            <a:ext cx="6604635" cy="6460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锚定自主可控：工控软件攻关实践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5"/>
          <a:srcRect l="3827" r="3827"/>
          <a:stretch/>
        </p:blipFill>
        <p:spPr>
          <a:xfrm>
            <a:off x="4337050" y="1548765"/>
            <a:ext cx="3518535" cy="48863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5"/>
          <a:srcRect l="3827" r="3827"/>
          <a:stretch/>
        </p:blipFill>
        <p:spPr>
          <a:xfrm>
            <a:off x="8014335" y="1548765"/>
            <a:ext cx="3518535" cy="48863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35-d3l4jcos8jdo4os5ekig.png"/>
          <p:cNvPicPr>
            <a:picLocks noChangeAspect="1"/>
          </p:cNvPicPr>
          <p:nvPr/>
        </p:nvPicPr>
        <p:blipFill>
          <a:blip r:embed="rId6"/>
          <a:srcRect l="-6271" t="-11519" r="-5529" b="-9363"/>
          <a:stretch/>
        </p:blipFill>
        <p:spPr>
          <a:xfrm>
            <a:off x="1908810" y="1130300"/>
            <a:ext cx="863600" cy="93535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11-20:12:35-d3l4jcos8jdo4os5ekig.png"/>
          <p:cNvPicPr>
            <a:picLocks noChangeAspect="1"/>
          </p:cNvPicPr>
          <p:nvPr/>
        </p:nvPicPr>
        <p:blipFill>
          <a:blip r:embed="rId6"/>
          <a:srcRect l="-6271" t="-11519" r="-5529" b="-9363"/>
          <a:stretch/>
        </p:blipFill>
        <p:spPr>
          <a:xfrm>
            <a:off x="5642610" y="1130300"/>
            <a:ext cx="863600" cy="93535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10-11-20:12:35-d3l4jcos8jdo4os5ekig.png"/>
          <p:cNvPicPr>
            <a:picLocks noChangeAspect="1"/>
          </p:cNvPicPr>
          <p:nvPr/>
        </p:nvPicPr>
        <p:blipFill>
          <a:blip r:embed="rId6"/>
          <a:srcRect l="-6271" t="-11519" r="-5529" b="-9363"/>
          <a:stretch/>
        </p:blipFill>
        <p:spPr>
          <a:xfrm>
            <a:off x="9375775" y="1130300"/>
            <a:ext cx="863600" cy="935355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2095183" y="1377315"/>
            <a:ext cx="490855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964565" y="1917700"/>
            <a:ext cx="2559050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项目背景与团队构成</a:t>
            </a: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807720" y="2915920"/>
            <a:ext cx="3179445" cy="24322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2025年3月至4月，西北工业大学软件学院9名学生组成实践团队，以"准总师"角色承担某装备工业控制软件原型开发任务，主要覆盖人机交互层与外围数据监控模块。</a:t>
            </a:r>
            <a:endParaRPr lang="en-US" sz="1600" dirty="0"/>
          </a:p>
        </p:txBody>
      </p:sp>
      <p:sp>
        <p:nvSpPr>
          <p:cNvPr id="13" name="Text 4"/>
          <p:cNvSpPr/>
          <p:nvPr/>
        </p:nvSpPr>
        <p:spPr>
          <a:xfrm>
            <a:off x="5828983" y="1377315"/>
            <a:ext cx="490855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5"/>
          <p:cNvSpPr/>
          <p:nvPr/>
        </p:nvSpPr>
        <p:spPr>
          <a:xfrm>
            <a:off x="4795520" y="1917700"/>
            <a:ext cx="2559050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核心技术指标要求</a:t>
            </a:r>
            <a:endParaRPr lang="en-US" sz="1600" dirty="0"/>
          </a:p>
        </p:txBody>
      </p:sp>
      <p:sp>
        <p:nvSpPr>
          <p:cNvPr id="15" name="Text 6"/>
          <p:cNvSpPr/>
          <p:nvPr/>
        </p:nvSpPr>
        <p:spPr>
          <a:xfrm>
            <a:off x="4542790" y="2915920"/>
            <a:ext cx="3179445" cy="24322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实现现场工业数据稳定刷新，连续测试无内存泄漏隐患，全面适配国产操作系统（统信/麒麟），核心模块100%自主可控、无知识产权风险，对标工业控制系统信息安全等级保护三级标准。</a:t>
            </a:r>
            <a:endParaRPr lang="en-US" sz="1600" dirty="0"/>
          </a:p>
        </p:txBody>
      </p:sp>
      <p:sp>
        <p:nvSpPr>
          <p:cNvPr id="16" name="Text 7"/>
          <p:cNvSpPr/>
          <p:nvPr/>
        </p:nvSpPr>
        <p:spPr>
          <a:xfrm>
            <a:off x="9562148" y="1377315"/>
            <a:ext cx="490855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8"/>
          <p:cNvSpPr/>
          <p:nvPr/>
        </p:nvSpPr>
        <p:spPr>
          <a:xfrm>
            <a:off x="8493760" y="1917700"/>
            <a:ext cx="2559050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实践价值定位</a:t>
            </a:r>
            <a:endParaRPr lang="en-US" sz="1600" dirty="0"/>
          </a:p>
        </p:txBody>
      </p:sp>
      <p:sp>
        <p:nvSpPr>
          <p:cNvPr id="18" name="Text 9"/>
          <p:cNvSpPr/>
          <p:nvPr/>
        </p:nvSpPr>
        <p:spPr>
          <a:xfrm>
            <a:off x="8220075" y="2915920"/>
            <a:ext cx="3179445" cy="24322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项目旨在探索软件工程专业服务国家战略需求、突破关键技术的实践路径，以专业所学践行"勇担铸剑使命"的责任担当，为国家工业安全打造自主可控的"国之重器"。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3"/>
          <a:srcRect l="291" r="29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5"/>
          <a:srcRect l="11182" r="-7512"/>
          <a:stretch/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角色跃迁：准总师定位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  <a:ln/>
        </p:spPr>
      </p:sp>
      <p:sp>
        <p:nvSpPr>
          <p:cNvPr id="8" name="Shape 3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  <a:ln/>
        </p:spPr>
      </p:sp>
      <p:pic>
        <p:nvPicPr>
          <p:cNvPr id="9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5"/>
          <a:srcRect l="11182" r="-7512"/>
          <a:stretch/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6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6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930" y="306705"/>
            <a:ext cx="11609070" cy="6236335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46455" y="605155"/>
            <a:ext cx="5193665" cy="566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跳出代码视角：锚定全流程责任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10-11-20:12:37-d3l4jd8s8jdo4os5ekl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70" y="1364615"/>
            <a:ext cx="10686415" cy="184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565" y="1540510"/>
            <a:ext cx="2274570" cy="10198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854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重构责任边界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7565" y="2555875"/>
            <a:ext cx="2274570" cy="24806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传统"代码编写者"仅关注单点功能实现，"准总师"需承担项目全生命周期总体把控责任，覆盖总体架构设计、技术路线决策、进度统筹协调、质量底线兜底四大核心维度。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40455" y="1540510"/>
            <a:ext cx="2274570" cy="1019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854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四维需求拆解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40455" y="2557145"/>
            <a:ext cx="2274570" cy="28219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以系统思维将需求拆解为国家战略需求（100%自主可控）、产业落地需求（对接下游装备厂商）、技术性能需求（量化参数指标）、安全合规需求（等保三级标准）四大维度。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43345" y="1540510"/>
            <a:ext cx="2274570" cy="1024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854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分层解耦架构设计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43345" y="2558415"/>
            <a:ext cx="2274570" cy="28219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设计"分层解耦、核心自主、兼容扩展"总体架构，将系统划分为实时内核层、协议适配层、功能组件层、人机交互层四个层级，明确各层级接口规范、性能指标与责任主体。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246235" y="1540510"/>
            <a:ext cx="2274570" cy="1007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854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全流程管控机制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246235" y="2559685"/>
            <a:ext cx="2274570" cy="28219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建立"里程碑管控+敏捷迭代"进度管理机制与四级测试体系，实行开发人员自检、模块负责人复核、技术负责人终审的三级评审机制，对代码质量、性能指标与安全合规性负最终责任。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4"/>
          <a:srcRect l="3433" r="3433"/>
          <a:stretch/>
        </p:blipFill>
        <p:spPr>
          <a:xfrm>
            <a:off x="875665" y="1751330"/>
            <a:ext cx="3256915" cy="44850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165" y="738505"/>
            <a:ext cx="5568950" cy="566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核心技术决策：平衡自主与进度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4"/>
          <a:srcRect l="3433" r="3433"/>
          <a:stretch/>
        </p:blipFill>
        <p:spPr>
          <a:xfrm>
            <a:off x="4485640" y="1751330"/>
            <a:ext cx="3256915" cy="448500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4"/>
          <a:srcRect l="3433" r="3433"/>
          <a:stretch/>
        </p:blipFill>
        <p:spPr>
          <a:xfrm>
            <a:off x="8057515" y="1751330"/>
            <a:ext cx="3256915" cy="448500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6845" y="738505"/>
            <a:ext cx="997585" cy="63119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81075" y="1827530"/>
            <a:ext cx="2994660" cy="937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技术路线分歧与抉择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981075" y="2874010"/>
            <a:ext cx="2994660" cy="21393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面对基于开源RT-Linux内核改造（技术成熟、周期短）与完全自主研发（彻底规避风险、周期长）两种方案，团队以"总师"全局视角制定"核心自主+外围适配"折中最优方案。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4591050" y="1827530"/>
            <a:ext cx="2994660" cy="937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核心模块自主研发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591050" y="2874010"/>
            <a:ext cx="2994660" cy="21393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针对决定系统核心性能与安全底线的实时调度内核、任务管理模块、闭环控制逻辑实行100%自主研发，针对高端装备控制场景做定制化优化，彻底掌握核心知识产权。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8162925" y="1827530"/>
            <a:ext cx="2994660" cy="937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进度攻坚与成果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8162925" y="2874010"/>
            <a:ext cx="2994660" cy="24806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将核心内核开发拆分为4个并行子模块，建立双周进度复盘机制，仅用2周完成自主实时内核开发与验证，调度抖动控制在50微秒以内，完全满足1ms控制周期要求，核心调度性能优于开源方案。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3"/>
          <a:srcRect l="291" r="29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5"/>
          <a:srcRect l="11182" r="-7512"/>
          <a:stretch/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系统思维：关键决策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  <a:ln/>
        </p:spPr>
      </p:sp>
      <p:sp>
        <p:nvSpPr>
          <p:cNvPr id="8" name="Shape 3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  <a:ln/>
        </p:spPr>
      </p:sp>
      <p:pic>
        <p:nvPicPr>
          <p:cNvPr id="9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5"/>
          <a:srcRect l="11182" r="-7512"/>
          <a:stretch/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6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6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4"/>
          <a:srcRect l="3295" r="3295"/>
          <a:stretch/>
        </p:blipFill>
        <p:spPr>
          <a:xfrm>
            <a:off x="4224655" y="1166495"/>
            <a:ext cx="3488055" cy="47891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2670" y="2682240"/>
            <a:ext cx="2677795" cy="14941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架构设计权衡：性能与可维护性统筹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4"/>
          <a:srcRect l="3295" r="3295"/>
          <a:stretch/>
        </p:blipFill>
        <p:spPr>
          <a:xfrm>
            <a:off x="7945755" y="1166495"/>
            <a:ext cx="3488055" cy="478917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4"/>
          <a:srcRect t="47747" b="47747"/>
          <a:stretch/>
        </p:blipFill>
        <p:spPr>
          <a:xfrm rot="5400000" flipH="1">
            <a:off x="-3251835" y="3221355"/>
            <a:ext cx="6875780" cy="39751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2775" y="1683385"/>
            <a:ext cx="997585" cy="63119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1830" y="4417060"/>
            <a:ext cx="997585" cy="63119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521200" y="1316355"/>
            <a:ext cx="2716530" cy="998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方案对比与决策逻辑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4495800" y="2459990"/>
            <a:ext cx="2925445" cy="3293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面对原生C++直接开发（性能最大化但耦合度极高）与C++核心逻辑+QML界面渲染分层解耦架构（可维护性强但存在性能损耗）两种方案，团队以"总师"系统思维选择分层解耦方案，统筹兼顾当下需求与长远发展。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8242300" y="1316355"/>
            <a:ext cx="2716530" cy="998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优化成果与价值体现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8216900" y="2459990"/>
            <a:ext cx="2925445" cy="3293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通过异步数据更新机制与独立线程设计，将界面实时数据刷新延迟稳定控制在50毫秒以内，远超项目要求的100毫秒指标；分层解耦架构让后续功能迭代效率提升60%，新设备适配周期从15天缩短至5天。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4"/>
          <a:srcRect l="17156" r="17156"/>
          <a:stretch/>
        </p:blipFill>
        <p:spPr>
          <a:xfrm rot="5400000">
            <a:off x="1604010" y="-209550"/>
            <a:ext cx="2402840" cy="46913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58435" y="2100580"/>
            <a:ext cx="1609090" cy="23101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安全体系构建：底线与易用性兼顾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4"/>
          <a:srcRect l="17156" r="17156"/>
          <a:stretch/>
        </p:blipFill>
        <p:spPr>
          <a:xfrm rot="5400000">
            <a:off x="1604010" y="2597150"/>
            <a:ext cx="2402840" cy="469138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4"/>
          <a:srcRect l="17156" r="17156"/>
          <a:stretch/>
        </p:blipFill>
        <p:spPr>
          <a:xfrm rot="5400000">
            <a:off x="8119110" y="-209550"/>
            <a:ext cx="2402840" cy="469138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4"/>
          <a:srcRect l="17156" r="17156"/>
          <a:stretch/>
        </p:blipFill>
        <p:spPr>
          <a:xfrm rot="5400000">
            <a:off x="8119110" y="2597150"/>
            <a:ext cx="2402840" cy="469138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7525" y="1247140"/>
            <a:ext cx="997585" cy="63119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3080" y="4759325"/>
            <a:ext cx="997585" cy="63119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692785" y="1098550"/>
            <a:ext cx="4170045" cy="4875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安全底线的不可突破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658495" y="1555750"/>
            <a:ext cx="4274820" cy="1286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工业控制系统一旦出现误操作或恶意攻击将造成重大生产事故，甚至威胁国家能源与制造安全，安全是工控软件不可突破的底线，必须满足国家信息安全合规要求。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692785" y="3905250"/>
            <a:ext cx="4170045" cy="4875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三级权限管控体系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658495" y="4362450"/>
            <a:ext cx="4274820" cy="1286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针对系统管理员、工艺工程师、现场操作员三类角色分别设置对应操作权限，核心工艺参数修改、控制模式切换等高危操作实行"双人复核+操作锁"机制，未经授权无法执行。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7207885" y="1098550"/>
            <a:ext cx="4170045" cy="4875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无感审计追溯系统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7173595" y="1555750"/>
            <a:ext cx="4274820" cy="1286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搭建全流程无感审计系统，对所有操作行为、指令下发、参数修改实行全链路日志记录，可实现全程追溯，且审计模块完全在后台运行，不影响前台操作效率。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7207885" y="3905250"/>
            <a:ext cx="4170045" cy="4875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场景化快捷操作设计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7173595" y="4362450"/>
            <a:ext cx="4274820" cy="1286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针对不同角色的常用操作设计场景化快捷入口，简化常规操作流程，同时保留高级功能的自定义权限，兼顾新手用户的易用性与资深用户的灵活性，获得下游装备厂商高度认可。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3"/>
          <a:srcRect l="291" r="29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5"/>
          <a:srcRect l="11182" r="-7512"/>
          <a:stretch/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协同攻坚：跨域统筹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  <a:ln/>
        </p:spPr>
      </p:sp>
      <p:sp>
        <p:nvSpPr>
          <p:cNvPr id="8" name="Shape 3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  <a:ln/>
        </p:spPr>
      </p:sp>
      <p:pic>
        <p:nvPicPr>
          <p:cNvPr id="9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5"/>
          <a:srcRect l="11182" r="-7512"/>
          <a:stretch/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6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6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694690"/>
            <a:ext cx="6604635" cy="6460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搭建协同机制：化解跨主体矛盾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2:35-d3l4jcos8jdo4os5ekj0.jpg"/>
          <p:cNvPicPr>
            <a:picLocks noChangeAspect="1"/>
          </p:cNvPicPr>
          <p:nvPr/>
        </p:nvPicPr>
        <p:blipFill>
          <a:blip r:embed="rId4"/>
          <a:srcRect l="49949" r="49949"/>
          <a:stretch/>
        </p:blipFill>
        <p:spPr>
          <a:xfrm>
            <a:off x="4257040" y="2080895"/>
            <a:ext cx="18415" cy="370014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10-11-20:12:35-d3l4jcos8jdo4os5ekj0.jpg"/>
          <p:cNvPicPr>
            <a:picLocks noChangeAspect="1"/>
          </p:cNvPicPr>
          <p:nvPr/>
        </p:nvPicPr>
        <p:blipFill>
          <a:blip r:embed="rId4"/>
          <a:srcRect l="49949" r="49949"/>
          <a:stretch/>
        </p:blipFill>
        <p:spPr>
          <a:xfrm>
            <a:off x="8174355" y="2080895"/>
            <a:ext cx="18415" cy="370014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06-d3l4j5gs8jdo4os5ek70.png"/>
          <p:cNvPicPr>
            <a:picLocks noChangeAspect="1"/>
          </p:cNvPicPr>
          <p:nvPr/>
        </p:nvPicPr>
        <p:blipFill>
          <a:blip r:embed="rId5"/>
          <a:srcRect t="-7823" r="-5271" b="-10146"/>
          <a:stretch/>
        </p:blipFill>
        <p:spPr>
          <a:xfrm>
            <a:off x="708025" y="3286125"/>
            <a:ext cx="862330" cy="96710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6-d3l4j5gs8jdo4os5ek70.png"/>
          <p:cNvPicPr>
            <a:picLocks noChangeAspect="1"/>
          </p:cNvPicPr>
          <p:nvPr/>
        </p:nvPicPr>
        <p:blipFill>
          <a:blip r:embed="rId5"/>
          <a:srcRect t="-7823" b="-5112"/>
          <a:stretch/>
        </p:blipFill>
        <p:spPr>
          <a:xfrm>
            <a:off x="4778375" y="3286125"/>
            <a:ext cx="819150" cy="92583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6-d3l4j5gs8jdo4os5ek70.png"/>
          <p:cNvPicPr>
            <a:picLocks noChangeAspect="1"/>
          </p:cNvPicPr>
          <p:nvPr/>
        </p:nvPicPr>
        <p:blipFill>
          <a:blip r:embed="rId5"/>
          <a:srcRect t="-2710" b="-5112"/>
          <a:stretch/>
        </p:blipFill>
        <p:spPr>
          <a:xfrm>
            <a:off x="8641080" y="3328035"/>
            <a:ext cx="819150" cy="88392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590" y="5522595"/>
            <a:ext cx="997585" cy="63119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871855" y="3544888"/>
            <a:ext cx="490855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518160" y="1902460"/>
            <a:ext cx="1410970" cy="13830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技术接口人制度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1878330" y="1902460"/>
            <a:ext cx="1976755" cy="24806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每个合作主体指定唯一技术接口人，所有技术需求、问题反馈均通过接口人统一对接，避免多头沟通导致的信息偏差与责任推诿，确保沟通渠道清晰高效。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4942205" y="3544888"/>
            <a:ext cx="490855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4634865" y="1902460"/>
            <a:ext cx="1410970" cy="1383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单周跨主体对接会制度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5995035" y="1902460"/>
            <a:ext cx="1976755" cy="28219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每周组织所有相关方核心负责人参会，同步项目进度、提出对接需求、解决协同卡点，形成会议纪要与待办清单，明确责任人与完成时限，下次会议逐项复盘。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8804910" y="3544888"/>
            <a:ext cx="490855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446770" y="1902460"/>
            <a:ext cx="1410970" cy="1383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全流程共享文档平台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9806940" y="1902460"/>
            <a:ext cx="1976755" cy="28219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搭建统一在线文档平台，所有需求文档、设计文档、接口规范、测试报告、问题台账均实时更新、全员可查，确保所有相关方信息同步，避免因信息不对称导致的协同失误。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4"/>
          <a:srcRect t="43982" b="43982"/>
          <a:stretch/>
        </p:blipFill>
        <p:spPr>
          <a:xfrm flipV="1">
            <a:off x="-4445" y="-75565"/>
            <a:ext cx="12192000" cy="188277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4"/>
          <a:srcRect l="5911" r="5911"/>
          <a:stretch/>
        </p:blipFill>
        <p:spPr>
          <a:xfrm>
            <a:off x="661670" y="1346200"/>
            <a:ext cx="3265170" cy="47485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67835" y="751840"/>
            <a:ext cx="5325745" cy="566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打破学科壁垒：补齐认知短板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11-20:12:56-d3l4ji0s8jdo4os5ekpg.jpg"/>
          <p:cNvPicPr>
            <a:picLocks noChangeAspect="1"/>
          </p:cNvPicPr>
          <p:nvPr/>
        </p:nvPicPr>
        <p:blipFill>
          <a:blip r:embed="rId5"/>
          <a:srcRect t="8436" b="8436"/>
          <a:stretch/>
        </p:blipFill>
        <p:spPr>
          <a:xfrm>
            <a:off x="587375" y="1091565"/>
            <a:ext cx="3251835" cy="482409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267835" y="2185670"/>
            <a:ext cx="4250690" cy="5790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跨学科知识短板的暴露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4282440" y="2769235"/>
            <a:ext cx="7115175" cy="11153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全体均为软件工程专业，严重缺乏自动化控制与机械加工领域知识。前期对接数据模拟与状态机需求时，仅从软件逻辑视角出发，未考虑机床运动控制中复杂的时序依赖，导致数据采集模块频频出现时序错乱。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4301490" y="4154805"/>
            <a:ext cx="4250690" cy="5790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主动破局与攻坚成果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316095" y="4738370"/>
            <a:ext cx="7115175" cy="11153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主动打破"纯软件开发"思维壁垒，查阅大量工业总线与自动化控制领域资料，积极向该领域老师和企业工程师请教，梳理清复杂的工业闭环控制时序，通过将底层控制逻辑与前端软件状态机重新对齐，仅用两周时间攻克数据展示不同步难题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3"/>
          <a:srcRect l="291" r="29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5"/>
          <a:srcRect l="11182" r="-7512"/>
          <a:stretch/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精神淬炼：归零攻坚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  <a:ln/>
        </p:spPr>
      </p:sp>
      <p:sp>
        <p:nvSpPr>
          <p:cNvPr id="8" name="Shape 3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  <a:ln/>
        </p:spPr>
      </p:sp>
      <p:pic>
        <p:nvPicPr>
          <p:cNvPr id="9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5"/>
          <a:srcRect l="11182" r="-7512"/>
          <a:stretch/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6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6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4"/>
          <a:srcRect l="45971" r="45971"/>
          <a:stretch/>
        </p:blipFill>
        <p:spPr>
          <a:xfrm>
            <a:off x="0" y="0"/>
            <a:ext cx="431165" cy="68567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220" y="379730"/>
            <a:ext cx="6604635" cy="606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对标总师事迹：在归零时刻践行初心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34-d3l4jcgs8jdo4os5eki0.jpeg"/>
          <p:cNvPicPr>
            <a:picLocks noChangeAspect="1"/>
          </p:cNvPicPr>
          <p:nvPr/>
        </p:nvPicPr>
        <p:blipFill>
          <a:blip r:embed="rId5"/>
          <a:srcRect l="30926" r="30926"/>
          <a:stretch/>
        </p:blipFill>
        <p:spPr>
          <a:xfrm>
            <a:off x="6713220" y="0"/>
            <a:ext cx="548513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7555" y="1075690"/>
            <a:ext cx="5176520" cy="42044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归零准则的精神内核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59460" y="1452245"/>
            <a:ext cx="5313680" cy="987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国防科技工业领域"归零"准则是"不带疑点上天，不带隐患交付"，哪怕是万分之一的隐患也要彻底排查全面归零，这是刻在每一位总师骨子里的行为准则。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44220" y="2902585"/>
            <a:ext cx="5176520" cy="42044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突发技术危机与抉择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44220" y="3291840"/>
            <a:ext cx="5328285" cy="1286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72小时极限工况测试中发现系统连续运行48小时后出现随机任务调度延迟超标问题，最高延迟达2毫秒，超出1毫秒控制周期要求，此时距离项目最终交付仅剩5天，团队面临"先交付后优化"与"彻底归零"的抉择。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44220" y="4780280"/>
            <a:ext cx="5176520" cy="42044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对标先辈坚定决心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51840" y="5169535"/>
            <a:ext cx="5321300" cy="1286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对标"中国核潜艇之父"黄旭华院士深潜试验前亲自带队排查每一个管路、每一个阀门、每一颗螺丝确保万无一失的典型事迹，深刻认识到工控软件作为高端数控机床"大脑"，必须守住"不带隐患交付"的底线。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7-d3l4j5os8jdo4os5ek9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9965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420" y="2362835"/>
            <a:ext cx="1849755" cy="175553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72小时极限攻坚：隐患彻底归零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42-d3l4jegs8jdo4os5ekng.jpg"/>
          <p:cNvPicPr>
            <a:picLocks noChangeAspect="1"/>
          </p:cNvPicPr>
          <p:nvPr/>
        </p:nvPicPr>
        <p:blipFill>
          <a:blip r:embed="rId5"/>
          <a:srcRect t="48144" b="48144"/>
          <a:stretch/>
        </p:blipFill>
        <p:spPr>
          <a:xfrm rot="16200000">
            <a:off x="8590280" y="3256280"/>
            <a:ext cx="6875780" cy="32766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3525" y="372110"/>
            <a:ext cx="997585" cy="4089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366770" y="951230"/>
            <a:ext cx="3588385" cy="448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问题根源的深度排查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3366770" y="1424940"/>
            <a:ext cx="3588385" cy="1286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采取逐行分析日志、逐模块排查代码的方式，最终找到问题根源：极端工况下非实时线程的动态内存申请操作触发系统内存回收机制，阻塞实时线程调度导致延迟超标。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453630" y="951230"/>
            <a:ext cx="3588385" cy="448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优化方案的精准制定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7453630" y="1424940"/>
            <a:ext cx="3588385" cy="1286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所有实时线程内存实行预分配机制，禁止运行过程中动态申请与释放内存；优化系统内存回收策略，将实时线程与非实时线程内存空间完全隔离，避免相互干扰。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3366770" y="3581400"/>
            <a:ext cx="3588385" cy="448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极限测试的严格验证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366770" y="4055110"/>
            <a:ext cx="3588385" cy="1286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优化完成后再次开展72小时极限工况测试，系统调度延迟始终稳定在50微秒以内，再未出现延迟超标问题，最终实现隐患完全归零，顺利完成项目交付。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453630" y="3581400"/>
            <a:ext cx="3588385" cy="448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精神传承的深刻体悟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453630" y="4055110"/>
            <a:ext cx="3588385" cy="15848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这次"归零"攻坚让团队真正读懂了"总师精神"的核心内涵——对国家的工业安全负责、对用户负责，哪怕万分之一的隐患也要彻底排查，这是"准总师"必须坚守的底线准则。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3"/>
          <a:srcRect l="291" r="29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5"/>
          <a:srcRect l="11182" r="-7512"/>
          <a:stretch/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能力跃升：总师之路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  <a:ln/>
        </p:spPr>
      </p:sp>
      <p:sp>
        <p:nvSpPr>
          <p:cNvPr id="8" name="Shape 3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  <a:ln/>
        </p:spPr>
      </p:sp>
      <p:pic>
        <p:nvPicPr>
          <p:cNvPr id="9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5"/>
          <a:srcRect l="11182" r="-7512"/>
          <a:stretch/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6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6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675" y="809625"/>
            <a:ext cx="5194300" cy="606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三大核心能力：从执行者到统筹者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 flipH="1">
            <a:off x="10238845" y="931833"/>
            <a:ext cx="878810" cy="279259"/>
          </a:xfrm>
          <a:custGeom>
            <a:avLst/>
            <a:gdLst/>
            <a:ahLst/>
            <a:cxnLst/>
            <a:rect l="l" t="t" r="r" b="b"/>
            <a:pathLst>
              <a:path w="878810" h="279259">
                <a:moveTo>
                  <a:pt x="192859" y="139265"/>
                </a:moveTo>
                <a:lnTo>
                  <a:pt x="54326" y="-101"/>
                </a:lnTo>
                <a:lnTo>
                  <a:pt x="-976" y="55587"/>
                </a:lnTo>
                <a:lnTo>
                  <a:pt x="43352" y="100198"/>
                </a:lnTo>
                <a:lnTo>
                  <a:pt x="78533" y="139582"/>
                </a:lnTo>
                <a:lnTo>
                  <a:pt x="43352" y="178953"/>
                </a:lnTo>
                <a:lnTo>
                  <a:pt x="-976" y="223565"/>
                </a:lnTo>
                <a:lnTo>
                  <a:pt x="54326" y="279259"/>
                </a:lnTo>
                <a:lnTo>
                  <a:pt x="192859" y="139893"/>
                </a:lnTo>
                <a:lnTo>
                  <a:pt x="192553" y="139576"/>
                </a:lnTo>
                <a:close/>
                <a:moveTo>
                  <a:pt x="421509" y="139265"/>
                </a:moveTo>
                <a:lnTo>
                  <a:pt x="282977" y="-101"/>
                </a:lnTo>
                <a:lnTo>
                  <a:pt x="227674" y="55587"/>
                </a:lnTo>
                <a:lnTo>
                  <a:pt x="272002" y="100198"/>
                </a:lnTo>
                <a:lnTo>
                  <a:pt x="307123" y="139582"/>
                </a:lnTo>
                <a:lnTo>
                  <a:pt x="272002" y="178953"/>
                </a:lnTo>
                <a:lnTo>
                  <a:pt x="227674" y="223565"/>
                </a:lnTo>
                <a:lnTo>
                  <a:pt x="282977" y="279259"/>
                </a:lnTo>
                <a:lnTo>
                  <a:pt x="421509" y="139893"/>
                </a:lnTo>
                <a:lnTo>
                  <a:pt x="421204" y="139576"/>
                </a:lnTo>
                <a:close/>
                <a:moveTo>
                  <a:pt x="650160" y="139265"/>
                </a:moveTo>
                <a:lnTo>
                  <a:pt x="511627" y="-101"/>
                </a:lnTo>
                <a:lnTo>
                  <a:pt x="456264" y="55587"/>
                </a:lnTo>
                <a:lnTo>
                  <a:pt x="500653" y="100198"/>
                </a:lnTo>
                <a:lnTo>
                  <a:pt x="535774" y="139582"/>
                </a:lnTo>
                <a:lnTo>
                  <a:pt x="500653" y="178953"/>
                </a:lnTo>
                <a:lnTo>
                  <a:pt x="456264" y="223565"/>
                </a:lnTo>
                <a:lnTo>
                  <a:pt x="511627" y="279259"/>
                </a:lnTo>
                <a:lnTo>
                  <a:pt x="650160" y="139893"/>
                </a:lnTo>
                <a:lnTo>
                  <a:pt x="649854" y="139576"/>
                </a:lnTo>
                <a:close/>
                <a:moveTo>
                  <a:pt x="878810" y="139265"/>
                </a:moveTo>
                <a:lnTo>
                  <a:pt x="740277" y="-101"/>
                </a:lnTo>
                <a:lnTo>
                  <a:pt x="684914" y="55587"/>
                </a:lnTo>
                <a:lnTo>
                  <a:pt x="729242" y="100198"/>
                </a:lnTo>
                <a:lnTo>
                  <a:pt x="764423" y="139582"/>
                </a:lnTo>
                <a:lnTo>
                  <a:pt x="729242" y="178953"/>
                </a:lnTo>
                <a:lnTo>
                  <a:pt x="684914" y="223565"/>
                </a:lnTo>
                <a:lnTo>
                  <a:pt x="740277" y="279259"/>
                </a:lnTo>
                <a:lnTo>
                  <a:pt x="878810" y="139893"/>
                </a:lnTo>
                <a:lnTo>
                  <a:pt x="878444" y="139576"/>
                </a:lnTo>
                <a:close/>
              </a:path>
            </a:pathLst>
          </a:custGeom>
          <a:solidFill>
            <a:srgbClr val="3D59C2"/>
          </a:solidFill>
          <a:ln/>
        </p:spPr>
      </p:sp>
      <p:pic>
        <p:nvPicPr>
          <p:cNvPr id="4" name="Image 0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" y="5412105"/>
            <a:ext cx="449580" cy="6311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5375" y="1609090"/>
            <a:ext cx="3152140" cy="9467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系统思维能力的根本性提升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5375" y="2604770"/>
            <a:ext cx="3152140" cy="282233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学会从全生命周期维度审视项目，从产业链维度设计架构，从跨专业协同维度推进项目，从风险预判维度守住底线，统筹兼顾核心需求与次要矛盾、短期目标与长期价值、技术实现与产业落地。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648200" y="1613218"/>
            <a:ext cx="3152140" cy="9467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担当意识的质的升华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48200" y="2606040"/>
            <a:ext cx="3152140" cy="282233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作为项目"准总师"，必须对项目成败负全责，必须对团队信任作回应，必须带领团队攻坚；这份担当不是为了业绩，而是为了项目成功、团队信任、国家需求，真正理解了"总师"二字背后沉甸甸的责任。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55000" y="1613218"/>
            <a:ext cx="3152140" cy="9467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D59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严谨作风的深度内化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55000" y="2611755"/>
            <a:ext cx="3152140" cy="282233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每一行代码都要逐行评审，每一个技术指标都要反复测试验证，每一个潜在风险都要提前预判制定预案，每一个故障隐患都要追根溯源彻底归零；这种严谨作风成为未来技术工作中不可突破的行为准则。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7-d3l4j5os8jdo4os5ek9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 flipV="1">
            <a:off x="4243070" y="-4242435"/>
            <a:ext cx="3713480" cy="1219835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5"/>
          <a:srcRect l="38739" r="38739"/>
          <a:stretch/>
        </p:blipFill>
        <p:spPr>
          <a:xfrm>
            <a:off x="474980" y="1472565"/>
            <a:ext cx="2425700" cy="48863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4980" y="568325"/>
            <a:ext cx="5193665" cy="6460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锚定软件总师：践行铸剑使命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5"/>
          <a:srcRect l="38739" r="38739"/>
          <a:stretch/>
        </p:blipFill>
        <p:spPr>
          <a:xfrm>
            <a:off x="3409315" y="1472565"/>
            <a:ext cx="2425700" cy="48863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5"/>
          <a:srcRect l="38739" r="38739"/>
          <a:stretch/>
        </p:blipFill>
        <p:spPr>
          <a:xfrm>
            <a:off x="6343650" y="1447165"/>
            <a:ext cx="2425700" cy="48863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5"/>
          <a:srcRect l="38739" r="38739"/>
          <a:stretch/>
        </p:blipFill>
        <p:spPr>
          <a:xfrm>
            <a:off x="9239885" y="1447165"/>
            <a:ext cx="2425700" cy="4886325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3050928" y="3594998"/>
            <a:ext cx="266766" cy="380844"/>
          </a:xfrm>
          <a:custGeom>
            <a:avLst/>
            <a:gdLst/>
            <a:ahLst/>
            <a:cxnLst/>
            <a:rect l="l" t="t" r="r" b="b"/>
            <a:pathLst>
              <a:path w="266766" h="380844">
                <a:moveTo>
                  <a:pt x="266766" y="188546"/>
                </a:moveTo>
                <a:lnTo>
                  <a:pt x="66812" y="-2830"/>
                </a:lnTo>
                <a:lnTo>
                  <a:pt x="-13042" y="73683"/>
                </a:lnTo>
                <a:lnTo>
                  <a:pt x="50842" y="134919"/>
                </a:lnTo>
                <a:lnTo>
                  <a:pt x="101949" y="189038"/>
                </a:lnTo>
                <a:lnTo>
                  <a:pt x="50842" y="243093"/>
                </a:lnTo>
                <a:lnTo>
                  <a:pt x="-13042" y="304330"/>
                </a:lnTo>
                <a:lnTo>
                  <a:pt x="66812" y="380844"/>
                </a:lnTo>
                <a:lnTo>
                  <a:pt x="266766" y="189404"/>
                </a:lnTo>
                <a:lnTo>
                  <a:pt x="266130" y="188976"/>
                </a:lnTo>
                <a:close/>
              </a:path>
            </a:pathLst>
          </a:custGeom>
          <a:solidFill>
            <a:srgbClr val="3D59C2"/>
          </a:solidFill>
          <a:ln/>
        </p:spPr>
      </p:sp>
      <p:sp>
        <p:nvSpPr>
          <p:cNvPr id="9" name="Shape 2"/>
          <p:cNvSpPr/>
          <p:nvPr/>
        </p:nvSpPr>
        <p:spPr>
          <a:xfrm>
            <a:off x="5997963" y="3594998"/>
            <a:ext cx="266766" cy="380844"/>
          </a:xfrm>
          <a:custGeom>
            <a:avLst/>
            <a:gdLst/>
            <a:ahLst/>
            <a:cxnLst/>
            <a:rect l="l" t="t" r="r" b="b"/>
            <a:pathLst>
              <a:path w="266766" h="380844">
                <a:moveTo>
                  <a:pt x="266766" y="188546"/>
                </a:moveTo>
                <a:lnTo>
                  <a:pt x="66812" y="-2830"/>
                </a:lnTo>
                <a:lnTo>
                  <a:pt x="-13042" y="73683"/>
                </a:lnTo>
                <a:lnTo>
                  <a:pt x="50842" y="134919"/>
                </a:lnTo>
                <a:lnTo>
                  <a:pt x="101949" y="189038"/>
                </a:lnTo>
                <a:lnTo>
                  <a:pt x="50842" y="243093"/>
                </a:lnTo>
                <a:lnTo>
                  <a:pt x="-13042" y="304330"/>
                </a:lnTo>
                <a:lnTo>
                  <a:pt x="66812" y="380844"/>
                </a:lnTo>
                <a:lnTo>
                  <a:pt x="266766" y="189404"/>
                </a:lnTo>
                <a:lnTo>
                  <a:pt x="266130" y="188976"/>
                </a:lnTo>
                <a:close/>
              </a:path>
            </a:pathLst>
          </a:custGeom>
          <a:solidFill>
            <a:srgbClr val="3D59C2"/>
          </a:solidFill>
          <a:ln/>
        </p:spPr>
      </p:sp>
      <p:sp>
        <p:nvSpPr>
          <p:cNvPr id="10" name="Shape 3"/>
          <p:cNvSpPr/>
          <p:nvPr/>
        </p:nvSpPr>
        <p:spPr>
          <a:xfrm>
            <a:off x="8944998" y="3594998"/>
            <a:ext cx="266766" cy="380844"/>
          </a:xfrm>
          <a:custGeom>
            <a:avLst/>
            <a:gdLst/>
            <a:ahLst/>
            <a:cxnLst/>
            <a:rect l="l" t="t" r="r" b="b"/>
            <a:pathLst>
              <a:path w="266766" h="380844">
                <a:moveTo>
                  <a:pt x="266766" y="188546"/>
                </a:moveTo>
                <a:lnTo>
                  <a:pt x="66812" y="-2830"/>
                </a:lnTo>
                <a:lnTo>
                  <a:pt x="-13042" y="73683"/>
                </a:lnTo>
                <a:lnTo>
                  <a:pt x="50842" y="134919"/>
                </a:lnTo>
                <a:lnTo>
                  <a:pt x="101949" y="189038"/>
                </a:lnTo>
                <a:lnTo>
                  <a:pt x="50842" y="243093"/>
                </a:lnTo>
                <a:lnTo>
                  <a:pt x="-13042" y="304330"/>
                </a:lnTo>
                <a:lnTo>
                  <a:pt x="66812" y="380844"/>
                </a:lnTo>
                <a:lnTo>
                  <a:pt x="266766" y="189404"/>
                </a:lnTo>
                <a:lnTo>
                  <a:pt x="266130" y="188976"/>
                </a:lnTo>
                <a:close/>
              </a:path>
            </a:pathLst>
          </a:custGeom>
          <a:solidFill>
            <a:srgbClr val="3D59C2"/>
          </a:solidFill>
          <a:ln/>
        </p:spPr>
      </p:sp>
      <p:sp>
        <p:nvSpPr>
          <p:cNvPr id="11" name="Shape 4"/>
          <p:cNvSpPr/>
          <p:nvPr/>
        </p:nvSpPr>
        <p:spPr>
          <a:xfrm>
            <a:off x="10104755" y="568325"/>
            <a:ext cx="1324610" cy="650240"/>
          </a:xfrm>
          <a:custGeom>
            <a:avLst/>
            <a:gdLst/>
            <a:ahLst/>
            <a:cxnLst/>
            <a:rect l="l" t="t" r="r" b="b"/>
            <a:pathLst>
              <a:path w="1324610" h="650240">
                <a:moveTo>
                  <a:pt x="58972" y="23183"/>
                </a:moveTo>
                <a:cubicBezTo>
                  <a:pt x="58972" y="36037"/>
                  <a:pt x="45517" y="46457"/>
                  <a:pt x="28920" y="46457"/>
                </a:cubicBezTo>
                <a:cubicBezTo>
                  <a:pt x="12323" y="46457"/>
                  <a:pt x="-1132" y="36037"/>
                  <a:pt x="-1132" y="23183"/>
                </a:cubicBezTo>
                <a:cubicBezTo>
                  <a:pt x="-1132" y="10329"/>
                  <a:pt x="12323" y="-91"/>
                  <a:pt x="28920" y="-91"/>
                </a:cubicBezTo>
                <a:cubicBezTo>
                  <a:pt x="45510" y="-97"/>
                  <a:pt x="58963" y="10314"/>
                  <a:pt x="58972" y="23161"/>
                </a:cubicBezTo>
                <a:cubicBezTo>
                  <a:pt x="58972" y="23169"/>
                  <a:pt x="58972" y="23176"/>
                  <a:pt x="58972" y="23183"/>
                </a:cubicBezTo>
                <a:close/>
                <a:moveTo>
                  <a:pt x="312113" y="23183"/>
                </a:moveTo>
                <a:cubicBezTo>
                  <a:pt x="312113" y="36037"/>
                  <a:pt x="298659" y="46457"/>
                  <a:pt x="282062" y="46457"/>
                </a:cubicBezTo>
                <a:cubicBezTo>
                  <a:pt x="265466" y="46457"/>
                  <a:pt x="252010" y="36037"/>
                  <a:pt x="252010" y="23183"/>
                </a:cubicBezTo>
                <a:cubicBezTo>
                  <a:pt x="252010" y="10329"/>
                  <a:pt x="265466" y="-91"/>
                  <a:pt x="282062" y="-91"/>
                </a:cubicBezTo>
                <a:cubicBezTo>
                  <a:pt x="298650" y="-76"/>
                  <a:pt x="312095" y="10335"/>
                  <a:pt x="312113" y="23183"/>
                </a:cubicBezTo>
                <a:close/>
                <a:moveTo>
                  <a:pt x="565186" y="23183"/>
                </a:moveTo>
                <a:cubicBezTo>
                  <a:pt x="565186" y="36037"/>
                  <a:pt x="551730" y="46457"/>
                  <a:pt x="535134" y="46457"/>
                </a:cubicBezTo>
                <a:cubicBezTo>
                  <a:pt x="518537" y="46457"/>
                  <a:pt x="505082" y="36037"/>
                  <a:pt x="505082" y="23183"/>
                </a:cubicBezTo>
                <a:cubicBezTo>
                  <a:pt x="505082" y="10329"/>
                  <a:pt x="518537" y="-91"/>
                  <a:pt x="535134" y="-91"/>
                </a:cubicBezTo>
                <a:cubicBezTo>
                  <a:pt x="551723" y="-97"/>
                  <a:pt x="565176" y="10314"/>
                  <a:pt x="565186" y="23161"/>
                </a:cubicBezTo>
                <a:cubicBezTo>
                  <a:pt x="565186" y="23169"/>
                  <a:pt x="565186" y="23176"/>
                  <a:pt x="565186" y="23183"/>
                </a:cubicBezTo>
                <a:close/>
                <a:moveTo>
                  <a:pt x="818327" y="23183"/>
                </a:moveTo>
                <a:cubicBezTo>
                  <a:pt x="818327" y="36037"/>
                  <a:pt x="804873" y="46457"/>
                  <a:pt x="788276" y="46457"/>
                </a:cubicBezTo>
                <a:cubicBezTo>
                  <a:pt x="771678" y="46457"/>
                  <a:pt x="758224" y="36037"/>
                  <a:pt x="758224" y="23183"/>
                </a:cubicBezTo>
                <a:cubicBezTo>
                  <a:pt x="758224" y="10329"/>
                  <a:pt x="771678" y="-91"/>
                  <a:pt x="788276" y="-91"/>
                </a:cubicBezTo>
                <a:cubicBezTo>
                  <a:pt x="804866" y="-97"/>
                  <a:pt x="818318" y="10314"/>
                  <a:pt x="818327" y="23161"/>
                </a:cubicBezTo>
                <a:cubicBezTo>
                  <a:pt x="818327" y="23169"/>
                  <a:pt x="818327" y="23176"/>
                  <a:pt x="818327" y="23183"/>
                </a:cubicBezTo>
                <a:close/>
                <a:moveTo>
                  <a:pt x="1071469" y="23183"/>
                </a:moveTo>
                <a:cubicBezTo>
                  <a:pt x="1071469" y="36037"/>
                  <a:pt x="1058015" y="46457"/>
                  <a:pt x="1041418" y="46457"/>
                </a:cubicBezTo>
                <a:cubicBezTo>
                  <a:pt x="1024821" y="46457"/>
                  <a:pt x="1011366" y="36037"/>
                  <a:pt x="1011366" y="23183"/>
                </a:cubicBezTo>
                <a:cubicBezTo>
                  <a:pt x="1011366" y="10329"/>
                  <a:pt x="1024821" y="-91"/>
                  <a:pt x="1041418" y="-91"/>
                </a:cubicBezTo>
                <a:cubicBezTo>
                  <a:pt x="1058008" y="-97"/>
                  <a:pt x="1071461" y="10314"/>
                  <a:pt x="1071469" y="23161"/>
                </a:cubicBezTo>
                <a:cubicBezTo>
                  <a:pt x="1071469" y="23169"/>
                  <a:pt x="1071469" y="23176"/>
                  <a:pt x="1071469" y="23183"/>
                </a:cubicBezTo>
                <a:close/>
                <a:moveTo>
                  <a:pt x="1324610" y="23183"/>
                </a:moveTo>
                <a:cubicBezTo>
                  <a:pt x="1324610" y="36037"/>
                  <a:pt x="1311155" y="46457"/>
                  <a:pt x="1294558" y="46457"/>
                </a:cubicBezTo>
                <a:cubicBezTo>
                  <a:pt x="1277961" y="46457"/>
                  <a:pt x="1264506" y="36037"/>
                  <a:pt x="1264506" y="23183"/>
                </a:cubicBezTo>
                <a:cubicBezTo>
                  <a:pt x="1264506" y="10329"/>
                  <a:pt x="1277961" y="-91"/>
                  <a:pt x="1294558" y="-91"/>
                </a:cubicBezTo>
                <a:cubicBezTo>
                  <a:pt x="1311146" y="-76"/>
                  <a:pt x="1324591" y="10335"/>
                  <a:pt x="1324610" y="23183"/>
                </a:cubicBezTo>
                <a:close/>
                <a:moveTo>
                  <a:pt x="58972" y="174129"/>
                </a:moveTo>
                <a:cubicBezTo>
                  <a:pt x="58972" y="186983"/>
                  <a:pt x="45517" y="197403"/>
                  <a:pt x="28920" y="197403"/>
                </a:cubicBezTo>
                <a:cubicBezTo>
                  <a:pt x="12323" y="197403"/>
                  <a:pt x="-1132" y="186983"/>
                  <a:pt x="-1132" y="174129"/>
                </a:cubicBezTo>
                <a:cubicBezTo>
                  <a:pt x="-1132" y="161275"/>
                  <a:pt x="12323" y="150855"/>
                  <a:pt x="28920" y="150855"/>
                </a:cubicBezTo>
                <a:cubicBezTo>
                  <a:pt x="45510" y="150849"/>
                  <a:pt x="58963" y="161260"/>
                  <a:pt x="58972" y="174107"/>
                </a:cubicBezTo>
                <a:cubicBezTo>
                  <a:pt x="58972" y="174114"/>
                  <a:pt x="58972" y="174122"/>
                  <a:pt x="58972" y="174129"/>
                </a:cubicBezTo>
                <a:close/>
                <a:moveTo>
                  <a:pt x="312113" y="174129"/>
                </a:moveTo>
                <a:cubicBezTo>
                  <a:pt x="312113" y="186983"/>
                  <a:pt x="298659" y="197403"/>
                  <a:pt x="282062" y="197403"/>
                </a:cubicBezTo>
                <a:cubicBezTo>
                  <a:pt x="265466" y="197403"/>
                  <a:pt x="252010" y="186983"/>
                  <a:pt x="252010" y="174129"/>
                </a:cubicBezTo>
                <a:cubicBezTo>
                  <a:pt x="252010" y="161275"/>
                  <a:pt x="265466" y="150855"/>
                  <a:pt x="282062" y="150855"/>
                </a:cubicBezTo>
                <a:cubicBezTo>
                  <a:pt x="298650" y="150870"/>
                  <a:pt x="312095" y="161281"/>
                  <a:pt x="312113" y="174129"/>
                </a:cubicBezTo>
                <a:close/>
                <a:moveTo>
                  <a:pt x="565186" y="174129"/>
                </a:moveTo>
                <a:cubicBezTo>
                  <a:pt x="565186" y="186983"/>
                  <a:pt x="551730" y="197403"/>
                  <a:pt x="535134" y="197403"/>
                </a:cubicBezTo>
                <a:cubicBezTo>
                  <a:pt x="518537" y="197403"/>
                  <a:pt x="505082" y="186983"/>
                  <a:pt x="505082" y="174129"/>
                </a:cubicBezTo>
                <a:cubicBezTo>
                  <a:pt x="505082" y="161275"/>
                  <a:pt x="518537" y="150855"/>
                  <a:pt x="535134" y="150855"/>
                </a:cubicBezTo>
                <a:cubicBezTo>
                  <a:pt x="551723" y="150849"/>
                  <a:pt x="565176" y="161260"/>
                  <a:pt x="565186" y="174107"/>
                </a:cubicBezTo>
                <a:cubicBezTo>
                  <a:pt x="565186" y="174114"/>
                  <a:pt x="565186" y="174122"/>
                  <a:pt x="565186" y="174129"/>
                </a:cubicBezTo>
                <a:close/>
                <a:moveTo>
                  <a:pt x="818327" y="174129"/>
                </a:moveTo>
                <a:cubicBezTo>
                  <a:pt x="818327" y="186983"/>
                  <a:pt x="804873" y="197403"/>
                  <a:pt x="788276" y="197403"/>
                </a:cubicBezTo>
                <a:cubicBezTo>
                  <a:pt x="771678" y="197403"/>
                  <a:pt x="758224" y="186983"/>
                  <a:pt x="758224" y="174129"/>
                </a:cubicBezTo>
                <a:cubicBezTo>
                  <a:pt x="758224" y="161275"/>
                  <a:pt x="771678" y="150855"/>
                  <a:pt x="788276" y="150855"/>
                </a:cubicBezTo>
                <a:cubicBezTo>
                  <a:pt x="804866" y="150849"/>
                  <a:pt x="818318" y="161260"/>
                  <a:pt x="818327" y="174107"/>
                </a:cubicBezTo>
                <a:cubicBezTo>
                  <a:pt x="818327" y="174114"/>
                  <a:pt x="818327" y="174122"/>
                  <a:pt x="818327" y="174129"/>
                </a:cubicBezTo>
                <a:close/>
                <a:moveTo>
                  <a:pt x="1071469" y="174129"/>
                </a:moveTo>
                <a:cubicBezTo>
                  <a:pt x="1071469" y="186983"/>
                  <a:pt x="1058015" y="197403"/>
                  <a:pt x="1041418" y="197403"/>
                </a:cubicBezTo>
                <a:cubicBezTo>
                  <a:pt x="1024821" y="197403"/>
                  <a:pt x="1011366" y="186983"/>
                  <a:pt x="1011366" y="174129"/>
                </a:cubicBezTo>
                <a:cubicBezTo>
                  <a:pt x="1011366" y="161275"/>
                  <a:pt x="1024821" y="150855"/>
                  <a:pt x="1041418" y="150855"/>
                </a:cubicBezTo>
                <a:cubicBezTo>
                  <a:pt x="1058008" y="150849"/>
                  <a:pt x="1071461" y="161260"/>
                  <a:pt x="1071469" y="174107"/>
                </a:cubicBezTo>
                <a:cubicBezTo>
                  <a:pt x="1071469" y="174114"/>
                  <a:pt x="1071469" y="174122"/>
                  <a:pt x="1071469" y="174129"/>
                </a:cubicBezTo>
                <a:close/>
                <a:moveTo>
                  <a:pt x="1324610" y="174129"/>
                </a:moveTo>
                <a:cubicBezTo>
                  <a:pt x="1324610" y="186983"/>
                  <a:pt x="1311155" y="197403"/>
                  <a:pt x="1294558" y="197403"/>
                </a:cubicBezTo>
                <a:cubicBezTo>
                  <a:pt x="1277961" y="197403"/>
                  <a:pt x="1264506" y="186983"/>
                  <a:pt x="1264506" y="174129"/>
                </a:cubicBezTo>
                <a:cubicBezTo>
                  <a:pt x="1264506" y="161275"/>
                  <a:pt x="1277961" y="150855"/>
                  <a:pt x="1294558" y="150855"/>
                </a:cubicBezTo>
                <a:cubicBezTo>
                  <a:pt x="1311146" y="150870"/>
                  <a:pt x="1324591" y="161281"/>
                  <a:pt x="1324610" y="174129"/>
                </a:cubicBezTo>
                <a:close/>
                <a:moveTo>
                  <a:pt x="58972" y="325075"/>
                </a:moveTo>
                <a:cubicBezTo>
                  <a:pt x="58972" y="337928"/>
                  <a:pt x="45517" y="348348"/>
                  <a:pt x="28920" y="348348"/>
                </a:cubicBezTo>
                <a:cubicBezTo>
                  <a:pt x="12323" y="348348"/>
                  <a:pt x="-1132" y="337928"/>
                  <a:pt x="-1132" y="325075"/>
                </a:cubicBezTo>
                <a:cubicBezTo>
                  <a:pt x="-1132" y="312221"/>
                  <a:pt x="12323" y="301801"/>
                  <a:pt x="28920" y="301801"/>
                </a:cubicBezTo>
                <a:cubicBezTo>
                  <a:pt x="45510" y="301794"/>
                  <a:pt x="58963" y="312205"/>
                  <a:pt x="58972" y="325052"/>
                </a:cubicBezTo>
                <a:cubicBezTo>
                  <a:pt x="58972" y="325059"/>
                  <a:pt x="58972" y="325067"/>
                  <a:pt x="58972" y="325075"/>
                </a:cubicBezTo>
                <a:close/>
                <a:moveTo>
                  <a:pt x="312113" y="325075"/>
                </a:moveTo>
                <a:cubicBezTo>
                  <a:pt x="312113" y="337928"/>
                  <a:pt x="298659" y="348348"/>
                  <a:pt x="282062" y="348348"/>
                </a:cubicBezTo>
                <a:cubicBezTo>
                  <a:pt x="265466" y="348348"/>
                  <a:pt x="252010" y="337928"/>
                  <a:pt x="252010" y="325075"/>
                </a:cubicBezTo>
                <a:cubicBezTo>
                  <a:pt x="252010" y="312221"/>
                  <a:pt x="265466" y="301801"/>
                  <a:pt x="282062" y="301801"/>
                </a:cubicBezTo>
                <a:cubicBezTo>
                  <a:pt x="298650" y="301816"/>
                  <a:pt x="312095" y="312227"/>
                  <a:pt x="312113" y="325075"/>
                </a:cubicBezTo>
                <a:close/>
                <a:moveTo>
                  <a:pt x="565186" y="325075"/>
                </a:moveTo>
                <a:cubicBezTo>
                  <a:pt x="565186" y="337928"/>
                  <a:pt x="551730" y="348348"/>
                  <a:pt x="535134" y="348348"/>
                </a:cubicBezTo>
                <a:cubicBezTo>
                  <a:pt x="518537" y="348348"/>
                  <a:pt x="505082" y="337928"/>
                  <a:pt x="505082" y="325075"/>
                </a:cubicBezTo>
                <a:cubicBezTo>
                  <a:pt x="505082" y="312221"/>
                  <a:pt x="518537" y="301801"/>
                  <a:pt x="535134" y="301801"/>
                </a:cubicBezTo>
                <a:cubicBezTo>
                  <a:pt x="551723" y="301794"/>
                  <a:pt x="565176" y="312205"/>
                  <a:pt x="565186" y="325052"/>
                </a:cubicBezTo>
                <a:cubicBezTo>
                  <a:pt x="565186" y="325059"/>
                  <a:pt x="565186" y="325067"/>
                  <a:pt x="565186" y="325075"/>
                </a:cubicBezTo>
                <a:close/>
                <a:moveTo>
                  <a:pt x="818327" y="325075"/>
                </a:moveTo>
                <a:cubicBezTo>
                  <a:pt x="818327" y="337928"/>
                  <a:pt x="804873" y="348348"/>
                  <a:pt x="788276" y="348348"/>
                </a:cubicBezTo>
                <a:cubicBezTo>
                  <a:pt x="771678" y="348348"/>
                  <a:pt x="758224" y="337928"/>
                  <a:pt x="758224" y="325075"/>
                </a:cubicBezTo>
                <a:cubicBezTo>
                  <a:pt x="758224" y="312221"/>
                  <a:pt x="771678" y="301801"/>
                  <a:pt x="788276" y="301801"/>
                </a:cubicBezTo>
                <a:cubicBezTo>
                  <a:pt x="804866" y="301794"/>
                  <a:pt x="818318" y="312205"/>
                  <a:pt x="818327" y="325052"/>
                </a:cubicBezTo>
                <a:cubicBezTo>
                  <a:pt x="818327" y="325059"/>
                  <a:pt x="818327" y="325067"/>
                  <a:pt x="818327" y="325075"/>
                </a:cubicBezTo>
                <a:close/>
                <a:moveTo>
                  <a:pt x="1071469" y="325075"/>
                </a:moveTo>
                <a:cubicBezTo>
                  <a:pt x="1071469" y="337928"/>
                  <a:pt x="1058015" y="348348"/>
                  <a:pt x="1041418" y="348348"/>
                </a:cubicBezTo>
                <a:cubicBezTo>
                  <a:pt x="1024821" y="348348"/>
                  <a:pt x="1011366" y="337928"/>
                  <a:pt x="1011366" y="325075"/>
                </a:cubicBezTo>
                <a:cubicBezTo>
                  <a:pt x="1011366" y="312221"/>
                  <a:pt x="1024821" y="301801"/>
                  <a:pt x="1041418" y="301801"/>
                </a:cubicBezTo>
                <a:cubicBezTo>
                  <a:pt x="1058008" y="301794"/>
                  <a:pt x="1071461" y="312205"/>
                  <a:pt x="1071469" y="325052"/>
                </a:cubicBezTo>
                <a:cubicBezTo>
                  <a:pt x="1071469" y="325059"/>
                  <a:pt x="1071469" y="325067"/>
                  <a:pt x="1071469" y="325075"/>
                </a:cubicBezTo>
                <a:close/>
                <a:moveTo>
                  <a:pt x="1324610" y="325075"/>
                </a:moveTo>
                <a:cubicBezTo>
                  <a:pt x="1324610" y="337928"/>
                  <a:pt x="1311155" y="348348"/>
                  <a:pt x="1294558" y="348348"/>
                </a:cubicBezTo>
                <a:cubicBezTo>
                  <a:pt x="1277961" y="348348"/>
                  <a:pt x="1264506" y="337928"/>
                  <a:pt x="1264506" y="325075"/>
                </a:cubicBezTo>
                <a:cubicBezTo>
                  <a:pt x="1264506" y="312221"/>
                  <a:pt x="1277961" y="301801"/>
                  <a:pt x="1294558" y="301801"/>
                </a:cubicBezTo>
                <a:cubicBezTo>
                  <a:pt x="1311146" y="301816"/>
                  <a:pt x="1324591" y="312227"/>
                  <a:pt x="1324610" y="325075"/>
                </a:cubicBezTo>
                <a:close/>
                <a:moveTo>
                  <a:pt x="58972" y="476020"/>
                </a:moveTo>
                <a:cubicBezTo>
                  <a:pt x="58972" y="488874"/>
                  <a:pt x="45517" y="499294"/>
                  <a:pt x="28920" y="499294"/>
                </a:cubicBezTo>
                <a:cubicBezTo>
                  <a:pt x="12323" y="499294"/>
                  <a:pt x="-1132" y="488874"/>
                  <a:pt x="-1132" y="476020"/>
                </a:cubicBezTo>
                <a:cubicBezTo>
                  <a:pt x="-1132" y="463167"/>
                  <a:pt x="12323" y="452747"/>
                  <a:pt x="28920" y="452747"/>
                </a:cubicBezTo>
                <a:cubicBezTo>
                  <a:pt x="45510" y="452740"/>
                  <a:pt x="58963" y="463150"/>
                  <a:pt x="58972" y="475998"/>
                </a:cubicBezTo>
                <a:cubicBezTo>
                  <a:pt x="58972" y="476006"/>
                  <a:pt x="58972" y="476013"/>
                  <a:pt x="58972" y="476020"/>
                </a:cubicBezTo>
                <a:close/>
                <a:moveTo>
                  <a:pt x="312113" y="476020"/>
                </a:moveTo>
                <a:cubicBezTo>
                  <a:pt x="312113" y="488874"/>
                  <a:pt x="298659" y="499294"/>
                  <a:pt x="282062" y="499294"/>
                </a:cubicBezTo>
                <a:cubicBezTo>
                  <a:pt x="265466" y="499294"/>
                  <a:pt x="252010" y="488874"/>
                  <a:pt x="252010" y="476020"/>
                </a:cubicBezTo>
                <a:cubicBezTo>
                  <a:pt x="252010" y="463167"/>
                  <a:pt x="265466" y="452747"/>
                  <a:pt x="282062" y="452747"/>
                </a:cubicBezTo>
                <a:cubicBezTo>
                  <a:pt x="298650" y="452762"/>
                  <a:pt x="312095" y="463173"/>
                  <a:pt x="312113" y="476020"/>
                </a:cubicBezTo>
                <a:close/>
                <a:moveTo>
                  <a:pt x="565186" y="476020"/>
                </a:moveTo>
                <a:cubicBezTo>
                  <a:pt x="565186" y="488874"/>
                  <a:pt x="551730" y="499294"/>
                  <a:pt x="535134" y="499294"/>
                </a:cubicBezTo>
                <a:cubicBezTo>
                  <a:pt x="518537" y="499294"/>
                  <a:pt x="505082" y="488874"/>
                  <a:pt x="505082" y="476020"/>
                </a:cubicBezTo>
                <a:cubicBezTo>
                  <a:pt x="505082" y="463167"/>
                  <a:pt x="518537" y="452747"/>
                  <a:pt x="535134" y="452747"/>
                </a:cubicBezTo>
                <a:cubicBezTo>
                  <a:pt x="551723" y="452740"/>
                  <a:pt x="565176" y="463150"/>
                  <a:pt x="565186" y="475998"/>
                </a:cubicBezTo>
                <a:cubicBezTo>
                  <a:pt x="565186" y="476006"/>
                  <a:pt x="565186" y="476013"/>
                  <a:pt x="565186" y="476020"/>
                </a:cubicBezTo>
                <a:close/>
                <a:moveTo>
                  <a:pt x="818327" y="476020"/>
                </a:moveTo>
                <a:cubicBezTo>
                  <a:pt x="818327" y="488874"/>
                  <a:pt x="804873" y="499294"/>
                  <a:pt x="788276" y="499294"/>
                </a:cubicBezTo>
                <a:cubicBezTo>
                  <a:pt x="771678" y="499294"/>
                  <a:pt x="758224" y="488874"/>
                  <a:pt x="758224" y="476020"/>
                </a:cubicBezTo>
                <a:cubicBezTo>
                  <a:pt x="758224" y="463167"/>
                  <a:pt x="771678" y="452747"/>
                  <a:pt x="788276" y="452747"/>
                </a:cubicBezTo>
                <a:cubicBezTo>
                  <a:pt x="804866" y="452740"/>
                  <a:pt x="818318" y="463150"/>
                  <a:pt x="818327" y="475998"/>
                </a:cubicBezTo>
                <a:cubicBezTo>
                  <a:pt x="818327" y="476006"/>
                  <a:pt x="818327" y="476013"/>
                  <a:pt x="818327" y="476020"/>
                </a:cubicBezTo>
                <a:close/>
                <a:moveTo>
                  <a:pt x="1071469" y="476020"/>
                </a:moveTo>
                <a:cubicBezTo>
                  <a:pt x="1071469" y="488874"/>
                  <a:pt x="1058015" y="499294"/>
                  <a:pt x="1041418" y="499294"/>
                </a:cubicBezTo>
                <a:cubicBezTo>
                  <a:pt x="1024821" y="499294"/>
                  <a:pt x="1011366" y="488874"/>
                  <a:pt x="1011366" y="476020"/>
                </a:cubicBezTo>
                <a:cubicBezTo>
                  <a:pt x="1011366" y="463167"/>
                  <a:pt x="1024821" y="452747"/>
                  <a:pt x="1041418" y="452747"/>
                </a:cubicBezTo>
                <a:cubicBezTo>
                  <a:pt x="1058008" y="452740"/>
                  <a:pt x="1071461" y="463150"/>
                  <a:pt x="1071469" y="475998"/>
                </a:cubicBezTo>
                <a:cubicBezTo>
                  <a:pt x="1071469" y="476006"/>
                  <a:pt x="1071469" y="476013"/>
                  <a:pt x="1071469" y="476020"/>
                </a:cubicBezTo>
                <a:close/>
                <a:moveTo>
                  <a:pt x="1324610" y="476020"/>
                </a:moveTo>
                <a:cubicBezTo>
                  <a:pt x="1324610" y="488874"/>
                  <a:pt x="1311155" y="499294"/>
                  <a:pt x="1294558" y="499294"/>
                </a:cubicBezTo>
                <a:cubicBezTo>
                  <a:pt x="1277961" y="499294"/>
                  <a:pt x="1264506" y="488874"/>
                  <a:pt x="1264506" y="476020"/>
                </a:cubicBezTo>
                <a:cubicBezTo>
                  <a:pt x="1264506" y="463167"/>
                  <a:pt x="1277961" y="452747"/>
                  <a:pt x="1294558" y="452747"/>
                </a:cubicBezTo>
                <a:cubicBezTo>
                  <a:pt x="1311146" y="452762"/>
                  <a:pt x="1324591" y="463173"/>
                  <a:pt x="1324610" y="476020"/>
                </a:cubicBezTo>
                <a:close/>
                <a:moveTo>
                  <a:pt x="58972" y="626966"/>
                </a:moveTo>
                <a:cubicBezTo>
                  <a:pt x="58972" y="639820"/>
                  <a:pt x="45517" y="650240"/>
                  <a:pt x="28920" y="650240"/>
                </a:cubicBezTo>
                <a:cubicBezTo>
                  <a:pt x="12323" y="650240"/>
                  <a:pt x="-1132" y="639820"/>
                  <a:pt x="-1132" y="626966"/>
                </a:cubicBezTo>
                <a:cubicBezTo>
                  <a:pt x="-1132" y="614112"/>
                  <a:pt x="12323" y="603692"/>
                  <a:pt x="28920" y="603692"/>
                </a:cubicBezTo>
                <a:cubicBezTo>
                  <a:pt x="45510" y="603686"/>
                  <a:pt x="58963" y="614096"/>
                  <a:pt x="58972" y="626944"/>
                </a:cubicBezTo>
                <a:cubicBezTo>
                  <a:pt x="58972" y="626951"/>
                  <a:pt x="58972" y="626958"/>
                  <a:pt x="58972" y="626966"/>
                </a:cubicBezTo>
                <a:close/>
                <a:moveTo>
                  <a:pt x="312113" y="626966"/>
                </a:moveTo>
                <a:cubicBezTo>
                  <a:pt x="312113" y="639820"/>
                  <a:pt x="298659" y="650240"/>
                  <a:pt x="282062" y="650240"/>
                </a:cubicBezTo>
                <a:cubicBezTo>
                  <a:pt x="265466" y="650240"/>
                  <a:pt x="252010" y="639820"/>
                  <a:pt x="252010" y="626966"/>
                </a:cubicBezTo>
                <a:cubicBezTo>
                  <a:pt x="252010" y="614112"/>
                  <a:pt x="265466" y="603692"/>
                  <a:pt x="282062" y="603692"/>
                </a:cubicBezTo>
                <a:cubicBezTo>
                  <a:pt x="298650" y="603707"/>
                  <a:pt x="312095" y="614119"/>
                  <a:pt x="312113" y="626966"/>
                </a:cubicBezTo>
                <a:close/>
                <a:moveTo>
                  <a:pt x="565186" y="626966"/>
                </a:moveTo>
                <a:cubicBezTo>
                  <a:pt x="565186" y="639820"/>
                  <a:pt x="551730" y="650240"/>
                  <a:pt x="535134" y="650240"/>
                </a:cubicBezTo>
                <a:cubicBezTo>
                  <a:pt x="518537" y="650240"/>
                  <a:pt x="505082" y="639820"/>
                  <a:pt x="505082" y="626966"/>
                </a:cubicBezTo>
                <a:cubicBezTo>
                  <a:pt x="505082" y="614112"/>
                  <a:pt x="518537" y="603692"/>
                  <a:pt x="535134" y="603692"/>
                </a:cubicBezTo>
                <a:cubicBezTo>
                  <a:pt x="551723" y="603686"/>
                  <a:pt x="565176" y="614096"/>
                  <a:pt x="565186" y="626944"/>
                </a:cubicBezTo>
                <a:cubicBezTo>
                  <a:pt x="565186" y="626951"/>
                  <a:pt x="565186" y="626958"/>
                  <a:pt x="565186" y="626966"/>
                </a:cubicBezTo>
                <a:close/>
                <a:moveTo>
                  <a:pt x="818327" y="626966"/>
                </a:moveTo>
                <a:cubicBezTo>
                  <a:pt x="818327" y="639820"/>
                  <a:pt x="804873" y="650240"/>
                  <a:pt x="788276" y="650240"/>
                </a:cubicBezTo>
                <a:cubicBezTo>
                  <a:pt x="771678" y="650240"/>
                  <a:pt x="758224" y="639820"/>
                  <a:pt x="758224" y="626966"/>
                </a:cubicBezTo>
                <a:cubicBezTo>
                  <a:pt x="758224" y="614112"/>
                  <a:pt x="771678" y="603692"/>
                  <a:pt x="788276" y="603692"/>
                </a:cubicBezTo>
                <a:cubicBezTo>
                  <a:pt x="804866" y="603686"/>
                  <a:pt x="818318" y="614096"/>
                  <a:pt x="818327" y="626944"/>
                </a:cubicBezTo>
                <a:cubicBezTo>
                  <a:pt x="818327" y="626951"/>
                  <a:pt x="818327" y="626958"/>
                  <a:pt x="818327" y="626966"/>
                </a:cubicBezTo>
                <a:close/>
                <a:moveTo>
                  <a:pt x="1071469" y="626966"/>
                </a:moveTo>
                <a:cubicBezTo>
                  <a:pt x="1071469" y="639820"/>
                  <a:pt x="1058015" y="650240"/>
                  <a:pt x="1041418" y="650240"/>
                </a:cubicBezTo>
                <a:cubicBezTo>
                  <a:pt x="1024821" y="650240"/>
                  <a:pt x="1011366" y="639820"/>
                  <a:pt x="1011366" y="626966"/>
                </a:cubicBezTo>
                <a:cubicBezTo>
                  <a:pt x="1011366" y="614112"/>
                  <a:pt x="1024821" y="603692"/>
                  <a:pt x="1041418" y="603692"/>
                </a:cubicBezTo>
                <a:cubicBezTo>
                  <a:pt x="1058008" y="603686"/>
                  <a:pt x="1071461" y="614096"/>
                  <a:pt x="1071469" y="626944"/>
                </a:cubicBezTo>
                <a:cubicBezTo>
                  <a:pt x="1071469" y="626951"/>
                  <a:pt x="1071469" y="626958"/>
                  <a:pt x="1071469" y="626966"/>
                </a:cubicBezTo>
                <a:close/>
                <a:moveTo>
                  <a:pt x="1324610" y="626966"/>
                </a:moveTo>
                <a:cubicBezTo>
                  <a:pt x="1324610" y="639820"/>
                  <a:pt x="1311155" y="650240"/>
                  <a:pt x="1294558" y="650240"/>
                </a:cubicBezTo>
                <a:cubicBezTo>
                  <a:pt x="1277961" y="650240"/>
                  <a:pt x="1264506" y="639820"/>
                  <a:pt x="1264506" y="626966"/>
                </a:cubicBezTo>
                <a:cubicBezTo>
                  <a:pt x="1264506" y="614112"/>
                  <a:pt x="1277961" y="603692"/>
                  <a:pt x="1294558" y="603692"/>
                </a:cubicBezTo>
                <a:cubicBezTo>
                  <a:pt x="1311146" y="603707"/>
                  <a:pt x="1324591" y="614119"/>
                  <a:pt x="1324610" y="6269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5"/>
          <p:cNvSpPr/>
          <p:nvPr/>
        </p:nvSpPr>
        <p:spPr>
          <a:xfrm>
            <a:off x="603250" y="1748790"/>
            <a:ext cx="2073910" cy="8046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能力短板的清醒认知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630555" y="2559050"/>
            <a:ext cx="2073275" cy="21823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对标真正软件总师标准，团队在跨专业知识储备、风险预判与前瞻性布局能力、团队建设与人才培养能力等方面仍存在不足，需要持续补齐能力短板。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3524885" y="1748790"/>
            <a:ext cx="2073910" cy="448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四大发展计划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3552190" y="2559050"/>
            <a:ext cx="2073275" cy="3078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构建跨领域知识体系打破单学科视角局限；锤炼系统统筹与团队管理能力建立"技术+精神"双传承培养体系；深耕实时操作系统、工业总线协议等卡脖子领域；投身高端装备制造、国防科技工业国产替代主战场。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471920" y="1723390"/>
            <a:ext cx="2073910" cy="8046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十五五规划的时代机遇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499225" y="2533650"/>
            <a:ext cx="2073275" cy="24810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国家"十五五"规划明确提出推进关键基础软件国产化替代，推动人工智能与系统工程深度融合，构建自主可控软件产业生态，为软件工程专业从业者提供广阔舞台与更高要求。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9368155" y="1723390"/>
            <a:ext cx="2073910" cy="8046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铸剑使命的庄严承诺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9395460" y="2533650"/>
            <a:ext cx="2073275" cy="24810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以传承"总师基因"、勇担铸剑使命为核心目标，实现我国高端工业软件全面自主可控，为制造强国、网络强国、数字中国建设，为强国建设、民族复兴伟大事业贡献全部力量。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1-d3l4j48s8jdo4os5ek40.jpg"/>
          <p:cNvPicPr>
            <a:picLocks noChangeAspect="1"/>
          </p:cNvPicPr>
          <p:nvPr/>
        </p:nvPicPr>
        <p:blipFill>
          <a:blip r:embed="rId4"/>
          <a:srcRect t="62" b="62"/>
          <a:stretch/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235" y="834390"/>
            <a:ext cx="8226425" cy="1458468"/>
          </a:xfrm>
          <a:prstGeom prst="rect">
            <a:avLst/>
          </a:prstGeom>
          <a:noFill/>
          <a:ln/>
        </p:spPr>
        <p:txBody>
          <a:bodyPr wrap="square" lIns="99695" tIns="49784" rIns="99695" bIns="49784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8828" y="2211070"/>
            <a:ext cx="6405880" cy="1129030"/>
          </a:xfrm>
          <a:prstGeom prst="rect">
            <a:avLst/>
          </a:prstGeom>
          <a:noFill/>
          <a:ln/>
        </p:spPr>
        <p:txBody>
          <a:bodyPr wrap="square" lIns="99695" tIns="49784" rIns="99695" bIns="49784" rtlCol="0" anchor="t"/>
          <a:lstStyle/>
          <a:p>
            <a:pPr>
              <a:lnSpc>
                <a:spcPct val="100000"/>
              </a:lnSpc>
            </a:pPr>
            <a:r>
              <a:rPr lang="en-US" sz="6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感谢大家观看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209195" y="401570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968375" y="3653155"/>
            <a:ext cx="1324610" cy="650240"/>
          </a:xfrm>
          <a:custGeom>
            <a:avLst/>
            <a:gdLst/>
            <a:ahLst/>
            <a:cxnLst/>
            <a:rect l="l" t="t" r="r" b="b"/>
            <a:pathLst>
              <a:path w="1324610" h="650240">
                <a:moveTo>
                  <a:pt x="58972" y="23183"/>
                </a:moveTo>
                <a:cubicBezTo>
                  <a:pt x="58972" y="36037"/>
                  <a:pt x="45517" y="46457"/>
                  <a:pt x="28920" y="46457"/>
                </a:cubicBezTo>
                <a:cubicBezTo>
                  <a:pt x="12323" y="46457"/>
                  <a:pt x="-1132" y="36037"/>
                  <a:pt x="-1132" y="23183"/>
                </a:cubicBezTo>
                <a:cubicBezTo>
                  <a:pt x="-1132" y="10329"/>
                  <a:pt x="12323" y="-91"/>
                  <a:pt x="28920" y="-91"/>
                </a:cubicBezTo>
                <a:cubicBezTo>
                  <a:pt x="45510" y="-97"/>
                  <a:pt x="58963" y="10314"/>
                  <a:pt x="58972" y="23161"/>
                </a:cubicBezTo>
                <a:cubicBezTo>
                  <a:pt x="58972" y="23169"/>
                  <a:pt x="58972" y="23176"/>
                  <a:pt x="58972" y="23183"/>
                </a:cubicBezTo>
                <a:close/>
                <a:moveTo>
                  <a:pt x="312113" y="23183"/>
                </a:moveTo>
                <a:cubicBezTo>
                  <a:pt x="312113" y="36037"/>
                  <a:pt x="298659" y="46457"/>
                  <a:pt x="282062" y="46457"/>
                </a:cubicBezTo>
                <a:cubicBezTo>
                  <a:pt x="265466" y="46457"/>
                  <a:pt x="252010" y="36037"/>
                  <a:pt x="252010" y="23183"/>
                </a:cubicBezTo>
                <a:cubicBezTo>
                  <a:pt x="252010" y="10329"/>
                  <a:pt x="265466" y="-91"/>
                  <a:pt x="282062" y="-91"/>
                </a:cubicBezTo>
                <a:cubicBezTo>
                  <a:pt x="298650" y="-76"/>
                  <a:pt x="312095" y="10335"/>
                  <a:pt x="312113" y="23183"/>
                </a:cubicBezTo>
                <a:close/>
                <a:moveTo>
                  <a:pt x="565186" y="23183"/>
                </a:moveTo>
                <a:cubicBezTo>
                  <a:pt x="565186" y="36037"/>
                  <a:pt x="551730" y="46457"/>
                  <a:pt x="535134" y="46457"/>
                </a:cubicBezTo>
                <a:cubicBezTo>
                  <a:pt x="518537" y="46457"/>
                  <a:pt x="505082" y="36037"/>
                  <a:pt x="505082" y="23183"/>
                </a:cubicBezTo>
                <a:cubicBezTo>
                  <a:pt x="505082" y="10329"/>
                  <a:pt x="518537" y="-91"/>
                  <a:pt x="535134" y="-91"/>
                </a:cubicBezTo>
                <a:cubicBezTo>
                  <a:pt x="551723" y="-97"/>
                  <a:pt x="565176" y="10314"/>
                  <a:pt x="565186" y="23161"/>
                </a:cubicBezTo>
                <a:cubicBezTo>
                  <a:pt x="565186" y="23169"/>
                  <a:pt x="565186" y="23176"/>
                  <a:pt x="565186" y="23183"/>
                </a:cubicBezTo>
                <a:close/>
                <a:moveTo>
                  <a:pt x="818327" y="23183"/>
                </a:moveTo>
                <a:cubicBezTo>
                  <a:pt x="818327" y="36037"/>
                  <a:pt x="804873" y="46457"/>
                  <a:pt x="788276" y="46457"/>
                </a:cubicBezTo>
                <a:cubicBezTo>
                  <a:pt x="771678" y="46457"/>
                  <a:pt x="758224" y="36037"/>
                  <a:pt x="758224" y="23183"/>
                </a:cubicBezTo>
                <a:cubicBezTo>
                  <a:pt x="758224" y="10329"/>
                  <a:pt x="771678" y="-91"/>
                  <a:pt x="788276" y="-91"/>
                </a:cubicBezTo>
                <a:cubicBezTo>
                  <a:pt x="804866" y="-97"/>
                  <a:pt x="818318" y="10314"/>
                  <a:pt x="818327" y="23161"/>
                </a:cubicBezTo>
                <a:cubicBezTo>
                  <a:pt x="818327" y="23169"/>
                  <a:pt x="818327" y="23176"/>
                  <a:pt x="818327" y="23183"/>
                </a:cubicBezTo>
                <a:close/>
                <a:moveTo>
                  <a:pt x="1071469" y="23183"/>
                </a:moveTo>
                <a:cubicBezTo>
                  <a:pt x="1071469" y="36037"/>
                  <a:pt x="1058015" y="46457"/>
                  <a:pt x="1041418" y="46457"/>
                </a:cubicBezTo>
                <a:cubicBezTo>
                  <a:pt x="1024821" y="46457"/>
                  <a:pt x="1011366" y="36037"/>
                  <a:pt x="1011366" y="23183"/>
                </a:cubicBezTo>
                <a:cubicBezTo>
                  <a:pt x="1011366" y="10329"/>
                  <a:pt x="1024821" y="-91"/>
                  <a:pt x="1041418" y="-91"/>
                </a:cubicBezTo>
                <a:cubicBezTo>
                  <a:pt x="1058008" y="-97"/>
                  <a:pt x="1071461" y="10314"/>
                  <a:pt x="1071469" y="23161"/>
                </a:cubicBezTo>
                <a:cubicBezTo>
                  <a:pt x="1071469" y="23169"/>
                  <a:pt x="1071469" y="23176"/>
                  <a:pt x="1071469" y="23183"/>
                </a:cubicBezTo>
                <a:close/>
                <a:moveTo>
                  <a:pt x="1324610" y="23183"/>
                </a:moveTo>
                <a:cubicBezTo>
                  <a:pt x="1324610" y="36037"/>
                  <a:pt x="1311155" y="46457"/>
                  <a:pt x="1294558" y="46457"/>
                </a:cubicBezTo>
                <a:cubicBezTo>
                  <a:pt x="1277961" y="46457"/>
                  <a:pt x="1264506" y="36037"/>
                  <a:pt x="1264506" y="23183"/>
                </a:cubicBezTo>
                <a:cubicBezTo>
                  <a:pt x="1264506" y="10329"/>
                  <a:pt x="1277961" y="-91"/>
                  <a:pt x="1294558" y="-91"/>
                </a:cubicBezTo>
                <a:cubicBezTo>
                  <a:pt x="1311146" y="-76"/>
                  <a:pt x="1324591" y="10335"/>
                  <a:pt x="1324610" y="23183"/>
                </a:cubicBezTo>
                <a:close/>
                <a:moveTo>
                  <a:pt x="58972" y="174129"/>
                </a:moveTo>
                <a:cubicBezTo>
                  <a:pt x="58972" y="186983"/>
                  <a:pt x="45517" y="197403"/>
                  <a:pt x="28920" y="197403"/>
                </a:cubicBezTo>
                <a:cubicBezTo>
                  <a:pt x="12323" y="197403"/>
                  <a:pt x="-1132" y="186983"/>
                  <a:pt x="-1132" y="174129"/>
                </a:cubicBezTo>
                <a:cubicBezTo>
                  <a:pt x="-1132" y="161275"/>
                  <a:pt x="12323" y="150855"/>
                  <a:pt x="28920" y="150855"/>
                </a:cubicBezTo>
                <a:cubicBezTo>
                  <a:pt x="45510" y="150849"/>
                  <a:pt x="58963" y="161260"/>
                  <a:pt x="58972" y="174107"/>
                </a:cubicBezTo>
                <a:cubicBezTo>
                  <a:pt x="58972" y="174114"/>
                  <a:pt x="58972" y="174122"/>
                  <a:pt x="58972" y="174129"/>
                </a:cubicBezTo>
                <a:close/>
                <a:moveTo>
                  <a:pt x="312113" y="174129"/>
                </a:moveTo>
                <a:cubicBezTo>
                  <a:pt x="312113" y="186983"/>
                  <a:pt x="298659" y="197403"/>
                  <a:pt x="282062" y="197403"/>
                </a:cubicBezTo>
                <a:cubicBezTo>
                  <a:pt x="265466" y="197403"/>
                  <a:pt x="252010" y="186983"/>
                  <a:pt x="252010" y="174129"/>
                </a:cubicBezTo>
                <a:cubicBezTo>
                  <a:pt x="252010" y="161275"/>
                  <a:pt x="265466" y="150855"/>
                  <a:pt x="282062" y="150855"/>
                </a:cubicBezTo>
                <a:cubicBezTo>
                  <a:pt x="298650" y="150870"/>
                  <a:pt x="312095" y="161281"/>
                  <a:pt x="312113" y="174129"/>
                </a:cubicBezTo>
                <a:close/>
                <a:moveTo>
                  <a:pt x="565186" y="174129"/>
                </a:moveTo>
                <a:cubicBezTo>
                  <a:pt x="565186" y="186983"/>
                  <a:pt x="551730" y="197403"/>
                  <a:pt x="535134" y="197403"/>
                </a:cubicBezTo>
                <a:cubicBezTo>
                  <a:pt x="518537" y="197403"/>
                  <a:pt x="505082" y="186983"/>
                  <a:pt x="505082" y="174129"/>
                </a:cubicBezTo>
                <a:cubicBezTo>
                  <a:pt x="505082" y="161275"/>
                  <a:pt x="518537" y="150855"/>
                  <a:pt x="535134" y="150855"/>
                </a:cubicBezTo>
                <a:cubicBezTo>
                  <a:pt x="551723" y="150849"/>
                  <a:pt x="565176" y="161260"/>
                  <a:pt x="565186" y="174107"/>
                </a:cubicBezTo>
                <a:cubicBezTo>
                  <a:pt x="565186" y="174114"/>
                  <a:pt x="565186" y="174122"/>
                  <a:pt x="565186" y="174129"/>
                </a:cubicBezTo>
                <a:close/>
                <a:moveTo>
                  <a:pt x="818327" y="174129"/>
                </a:moveTo>
                <a:cubicBezTo>
                  <a:pt x="818327" y="186983"/>
                  <a:pt x="804873" y="197403"/>
                  <a:pt x="788276" y="197403"/>
                </a:cubicBezTo>
                <a:cubicBezTo>
                  <a:pt x="771678" y="197403"/>
                  <a:pt x="758224" y="186983"/>
                  <a:pt x="758224" y="174129"/>
                </a:cubicBezTo>
                <a:cubicBezTo>
                  <a:pt x="758224" y="161275"/>
                  <a:pt x="771678" y="150855"/>
                  <a:pt x="788276" y="150855"/>
                </a:cubicBezTo>
                <a:cubicBezTo>
                  <a:pt x="804866" y="150849"/>
                  <a:pt x="818318" y="161260"/>
                  <a:pt x="818327" y="174107"/>
                </a:cubicBezTo>
                <a:cubicBezTo>
                  <a:pt x="818327" y="174114"/>
                  <a:pt x="818327" y="174122"/>
                  <a:pt x="818327" y="174129"/>
                </a:cubicBezTo>
                <a:close/>
                <a:moveTo>
                  <a:pt x="1071469" y="174129"/>
                </a:moveTo>
                <a:cubicBezTo>
                  <a:pt x="1071469" y="186983"/>
                  <a:pt x="1058015" y="197403"/>
                  <a:pt x="1041418" y="197403"/>
                </a:cubicBezTo>
                <a:cubicBezTo>
                  <a:pt x="1024821" y="197403"/>
                  <a:pt x="1011366" y="186983"/>
                  <a:pt x="1011366" y="174129"/>
                </a:cubicBezTo>
                <a:cubicBezTo>
                  <a:pt x="1011366" y="161275"/>
                  <a:pt x="1024821" y="150855"/>
                  <a:pt x="1041418" y="150855"/>
                </a:cubicBezTo>
                <a:cubicBezTo>
                  <a:pt x="1058008" y="150849"/>
                  <a:pt x="1071461" y="161260"/>
                  <a:pt x="1071469" y="174107"/>
                </a:cubicBezTo>
                <a:cubicBezTo>
                  <a:pt x="1071469" y="174114"/>
                  <a:pt x="1071469" y="174122"/>
                  <a:pt x="1071469" y="174129"/>
                </a:cubicBezTo>
                <a:close/>
                <a:moveTo>
                  <a:pt x="1324610" y="174129"/>
                </a:moveTo>
                <a:cubicBezTo>
                  <a:pt x="1324610" y="186983"/>
                  <a:pt x="1311155" y="197403"/>
                  <a:pt x="1294558" y="197403"/>
                </a:cubicBezTo>
                <a:cubicBezTo>
                  <a:pt x="1277961" y="197403"/>
                  <a:pt x="1264506" y="186983"/>
                  <a:pt x="1264506" y="174129"/>
                </a:cubicBezTo>
                <a:cubicBezTo>
                  <a:pt x="1264506" y="161275"/>
                  <a:pt x="1277961" y="150855"/>
                  <a:pt x="1294558" y="150855"/>
                </a:cubicBezTo>
                <a:cubicBezTo>
                  <a:pt x="1311146" y="150870"/>
                  <a:pt x="1324591" y="161281"/>
                  <a:pt x="1324610" y="174129"/>
                </a:cubicBezTo>
                <a:close/>
                <a:moveTo>
                  <a:pt x="58972" y="325075"/>
                </a:moveTo>
                <a:cubicBezTo>
                  <a:pt x="58972" y="337928"/>
                  <a:pt x="45517" y="348348"/>
                  <a:pt x="28920" y="348348"/>
                </a:cubicBezTo>
                <a:cubicBezTo>
                  <a:pt x="12323" y="348348"/>
                  <a:pt x="-1132" y="337928"/>
                  <a:pt x="-1132" y="325075"/>
                </a:cubicBezTo>
                <a:cubicBezTo>
                  <a:pt x="-1132" y="312221"/>
                  <a:pt x="12323" y="301801"/>
                  <a:pt x="28920" y="301801"/>
                </a:cubicBezTo>
                <a:cubicBezTo>
                  <a:pt x="45510" y="301794"/>
                  <a:pt x="58963" y="312205"/>
                  <a:pt x="58972" y="325052"/>
                </a:cubicBezTo>
                <a:cubicBezTo>
                  <a:pt x="58972" y="325059"/>
                  <a:pt x="58972" y="325067"/>
                  <a:pt x="58972" y="325075"/>
                </a:cubicBezTo>
                <a:close/>
                <a:moveTo>
                  <a:pt x="312113" y="325075"/>
                </a:moveTo>
                <a:cubicBezTo>
                  <a:pt x="312113" y="337928"/>
                  <a:pt x="298659" y="348348"/>
                  <a:pt x="282062" y="348348"/>
                </a:cubicBezTo>
                <a:cubicBezTo>
                  <a:pt x="265466" y="348348"/>
                  <a:pt x="252010" y="337928"/>
                  <a:pt x="252010" y="325075"/>
                </a:cubicBezTo>
                <a:cubicBezTo>
                  <a:pt x="252010" y="312221"/>
                  <a:pt x="265466" y="301801"/>
                  <a:pt x="282062" y="301801"/>
                </a:cubicBezTo>
                <a:cubicBezTo>
                  <a:pt x="298650" y="301816"/>
                  <a:pt x="312095" y="312227"/>
                  <a:pt x="312113" y="325075"/>
                </a:cubicBezTo>
                <a:close/>
                <a:moveTo>
                  <a:pt x="565186" y="325075"/>
                </a:moveTo>
                <a:cubicBezTo>
                  <a:pt x="565186" y="337928"/>
                  <a:pt x="551730" y="348348"/>
                  <a:pt x="535134" y="348348"/>
                </a:cubicBezTo>
                <a:cubicBezTo>
                  <a:pt x="518537" y="348348"/>
                  <a:pt x="505082" y="337928"/>
                  <a:pt x="505082" y="325075"/>
                </a:cubicBezTo>
                <a:cubicBezTo>
                  <a:pt x="505082" y="312221"/>
                  <a:pt x="518537" y="301801"/>
                  <a:pt x="535134" y="301801"/>
                </a:cubicBezTo>
                <a:cubicBezTo>
                  <a:pt x="551723" y="301794"/>
                  <a:pt x="565176" y="312205"/>
                  <a:pt x="565186" y="325052"/>
                </a:cubicBezTo>
                <a:cubicBezTo>
                  <a:pt x="565186" y="325059"/>
                  <a:pt x="565186" y="325067"/>
                  <a:pt x="565186" y="325075"/>
                </a:cubicBezTo>
                <a:close/>
                <a:moveTo>
                  <a:pt x="818327" y="325075"/>
                </a:moveTo>
                <a:cubicBezTo>
                  <a:pt x="818327" y="337928"/>
                  <a:pt x="804873" y="348348"/>
                  <a:pt x="788276" y="348348"/>
                </a:cubicBezTo>
                <a:cubicBezTo>
                  <a:pt x="771678" y="348348"/>
                  <a:pt x="758224" y="337928"/>
                  <a:pt x="758224" y="325075"/>
                </a:cubicBezTo>
                <a:cubicBezTo>
                  <a:pt x="758224" y="312221"/>
                  <a:pt x="771678" y="301801"/>
                  <a:pt x="788276" y="301801"/>
                </a:cubicBezTo>
                <a:cubicBezTo>
                  <a:pt x="804866" y="301794"/>
                  <a:pt x="818318" y="312205"/>
                  <a:pt x="818327" y="325052"/>
                </a:cubicBezTo>
                <a:cubicBezTo>
                  <a:pt x="818327" y="325059"/>
                  <a:pt x="818327" y="325067"/>
                  <a:pt x="818327" y="325075"/>
                </a:cubicBezTo>
                <a:close/>
                <a:moveTo>
                  <a:pt x="1071469" y="325075"/>
                </a:moveTo>
                <a:cubicBezTo>
                  <a:pt x="1071469" y="337928"/>
                  <a:pt x="1058015" y="348348"/>
                  <a:pt x="1041418" y="348348"/>
                </a:cubicBezTo>
                <a:cubicBezTo>
                  <a:pt x="1024821" y="348348"/>
                  <a:pt x="1011366" y="337928"/>
                  <a:pt x="1011366" y="325075"/>
                </a:cubicBezTo>
                <a:cubicBezTo>
                  <a:pt x="1011366" y="312221"/>
                  <a:pt x="1024821" y="301801"/>
                  <a:pt x="1041418" y="301801"/>
                </a:cubicBezTo>
                <a:cubicBezTo>
                  <a:pt x="1058008" y="301794"/>
                  <a:pt x="1071461" y="312205"/>
                  <a:pt x="1071469" y="325052"/>
                </a:cubicBezTo>
                <a:cubicBezTo>
                  <a:pt x="1071469" y="325059"/>
                  <a:pt x="1071469" y="325067"/>
                  <a:pt x="1071469" y="325075"/>
                </a:cubicBezTo>
                <a:close/>
                <a:moveTo>
                  <a:pt x="1324610" y="325075"/>
                </a:moveTo>
                <a:cubicBezTo>
                  <a:pt x="1324610" y="337928"/>
                  <a:pt x="1311155" y="348348"/>
                  <a:pt x="1294558" y="348348"/>
                </a:cubicBezTo>
                <a:cubicBezTo>
                  <a:pt x="1277961" y="348348"/>
                  <a:pt x="1264506" y="337928"/>
                  <a:pt x="1264506" y="325075"/>
                </a:cubicBezTo>
                <a:cubicBezTo>
                  <a:pt x="1264506" y="312221"/>
                  <a:pt x="1277961" y="301801"/>
                  <a:pt x="1294558" y="301801"/>
                </a:cubicBezTo>
                <a:cubicBezTo>
                  <a:pt x="1311146" y="301816"/>
                  <a:pt x="1324591" y="312227"/>
                  <a:pt x="1324610" y="325075"/>
                </a:cubicBezTo>
                <a:close/>
                <a:moveTo>
                  <a:pt x="58972" y="476020"/>
                </a:moveTo>
                <a:cubicBezTo>
                  <a:pt x="58972" y="488874"/>
                  <a:pt x="45517" y="499294"/>
                  <a:pt x="28920" y="499294"/>
                </a:cubicBezTo>
                <a:cubicBezTo>
                  <a:pt x="12323" y="499294"/>
                  <a:pt x="-1132" y="488874"/>
                  <a:pt x="-1132" y="476020"/>
                </a:cubicBezTo>
                <a:cubicBezTo>
                  <a:pt x="-1132" y="463167"/>
                  <a:pt x="12323" y="452747"/>
                  <a:pt x="28920" y="452747"/>
                </a:cubicBezTo>
                <a:cubicBezTo>
                  <a:pt x="45510" y="452740"/>
                  <a:pt x="58963" y="463150"/>
                  <a:pt x="58972" y="475998"/>
                </a:cubicBezTo>
                <a:cubicBezTo>
                  <a:pt x="58972" y="476006"/>
                  <a:pt x="58972" y="476013"/>
                  <a:pt x="58972" y="476020"/>
                </a:cubicBezTo>
                <a:close/>
                <a:moveTo>
                  <a:pt x="312113" y="476020"/>
                </a:moveTo>
                <a:cubicBezTo>
                  <a:pt x="312113" y="488874"/>
                  <a:pt x="298659" y="499294"/>
                  <a:pt x="282062" y="499294"/>
                </a:cubicBezTo>
                <a:cubicBezTo>
                  <a:pt x="265466" y="499294"/>
                  <a:pt x="252010" y="488874"/>
                  <a:pt x="252010" y="476020"/>
                </a:cubicBezTo>
                <a:cubicBezTo>
                  <a:pt x="252010" y="463167"/>
                  <a:pt x="265466" y="452747"/>
                  <a:pt x="282062" y="452747"/>
                </a:cubicBezTo>
                <a:cubicBezTo>
                  <a:pt x="298650" y="452762"/>
                  <a:pt x="312095" y="463173"/>
                  <a:pt x="312113" y="476020"/>
                </a:cubicBezTo>
                <a:close/>
                <a:moveTo>
                  <a:pt x="565186" y="476020"/>
                </a:moveTo>
                <a:cubicBezTo>
                  <a:pt x="565186" y="488874"/>
                  <a:pt x="551730" y="499294"/>
                  <a:pt x="535134" y="499294"/>
                </a:cubicBezTo>
                <a:cubicBezTo>
                  <a:pt x="518537" y="499294"/>
                  <a:pt x="505082" y="488874"/>
                  <a:pt x="505082" y="476020"/>
                </a:cubicBezTo>
                <a:cubicBezTo>
                  <a:pt x="505082" y="463167"/>
                  <a:pt x="518537" y="452747"/>
                  <a:pt x="535134" y="452747"/>
                </a:cubicBezTo>
                <a:cubicBezTo>
                  <a:pt x="551723" y="452740"/>
                  <a:pt x="565176" y="463150"/>
                  <a:pt x="565186" y="475998"/>
                </a:cubicBezTo>
                <a:cubicBezTo>
                  <a:pt x="565186" y="476006"/>
                  <a:pt x="565186" y="476013"/>
                  <a:pt x="565186" y="476020"/>
                </a:cubicBezTo>
                <a:close/>
                <a:moveTo>
                  <a:pt x="818327" y="476020"/>
                </a:moveTo>
                <a:cubicBezTo>
                  <a:pt x="818327" y="488874"/>
                  <a:pt x="804873" y="499294"/>
                  <a:pt x="788276" y="499294"/>
                </a:cubicBezTo>
                <a:cubicBezTo>
                  <a:pt x="771678" y="499294"/>
                  <a:pt x="758224" y="488874"/>
                  <a:pt x="758224" y="476020"/>
                </a:cubicBezTo>
                <a:cubicBezTo>
                  <a:pt x="758224" y="463167"/>
                  <a:pt x="771678" y="452747"/>
                  <a:pt x="788276" y="452747"/>
                </a:cubicBezTo>
                <a:cubicBezTo>
                  <a:pt x="804866" y="452740"/>
                  <a:pt x="818318" y="463150"/>
                  <a:pt x="818327" y="475998"/>
                </a:cubicBezTo>
                <a:cubicBezTo>
                  <a:pt x="818327" y="476006"/>
                  <a:pt x="818327" y="476013"/>
                  <a:pt x="818327" y="476020"/>
                </a:cubicBezTo>
                <a:close/>
                <a:moveTo>
                  <a:pt x="1071469" y="476020"/>
                </a:moveTo>
                <a:cubicBezTo>
                  <a:pt x="1071469" y="488874"/>
                  <a:pt x="1058015" y="499294"/>
                  <a:pt x="1041418" y="499294"/>
                </a:cubicBezTo>
                <a:cubicBezTo>
                  <a:pt x="1024821" y="499294"/>
                  <a:pt x="1011366" y="488874"/>
                  <a:pt x="1011366" y="476020"/>
                </a:cubicBezTo>
                <a:cubicBezTo>
                  <a:pt x="1011366" y="463167"/>
                  <a:pt x="1024821" y="452747"/>
                  <a:pt x="1041418" y="452747"/>
                </a:cubicBezTo>
                <a:cubicBezTo>
                  <a:pt x="1058008" y="452740"/>
                  <a:pt x="1071461" y="463150"/>
                  <a:pt x="1071469" y="475998"/>
                </a:cubicBezTo>
                <a:cubicBezTo>
                  <a:pt x="1071469" y="476006"/>
                  <a:pt x="1071469" y="476013"/>
                  <a:pt x="1071469" y="476020"/>
                </a:cubicBezTo>
                <a:close/>
                <a:moveTo>
                  <a:pt x="1324610" y="476020"/>
                </a:moveTo>
                <a:cubicBezTo>
                  <a:pt x="1324610" y="488874"/>
                  <a:pt x="1311155" y="499294"/>
                  <a:pt x="1294558" y="499294"/>
                </a:cubicBezTo>
                <a:cubicBezTo>
                  <a:pt x="1277961" y="499294"/>
                  <a:pt x="1264506" y="488874"/>
                  <a:pt x="1264506" y="476020"/>
                </a:cubicBezTo>
                <a:cubicBezTo>
                  <a:pt x="1264506" y="463167"/>
                  <a:pt x="1277961" y="452747"/>
                  <a:pt x="1294558" y="452747"/>
                </a:cubicBezTo>
                <a:cubicBezTo>
                  <a:pt x="1311146" y="452762"/>
                  <a:pt x="1324591" y="463173"/>
                  <a:pt x="1324610" y="476020"/>
                </a:cubicBezTo>
                <a:close/>
                <a:moveTo>
                  <a:pt x="58972" y="626966"/>
                </a:moveTo>
                <a:cubicBezTo>
                  <a:pt x="58972" y="639820"/>
                  <a:pt x="45517" y="650240"/>
                  <a:pt x="28920" y="650240"/>
                </a:cubicBezTo>
                <a:cubicBezTo>
                  <a:pt x="12323" y="650240"/>
                  <a:pt x="-1132" y="639820"/>
                  <a:pt x="-1132" y="626966"/>
                </a:cubicBezTo>
                <a:cubicBezTo>
                  <a:pt x="-1132" y="614112"/>
                  <a:pt x="12323" y="603692"/>
                  <a:pt x="28920" y="603692"/>
                </a:cubicBezTo>
                <a:cubicBezTo>
                  <a:pt x="45510" y="603686"/>
                  <a:pt x="58963" y="614096"/>
                  <a:pt x="58972" y="626944"/>
                </a:cubicBezTo>
                <a:cubicBezTo>
                  <a:pt x="58972" y="626951"/>
                  <a:pt x="58972" y="626958"/>
                  <a:pt x="58972" y="626966"/>
                </a:cubicBezTo>
                <a:close/>
                <a:moveTo>
                  <a:pt x="312113" y="626966"/>
                </a:moveTo>
                <a:cubicBezTo>
                  <a:pt x="312113" y="639820"/>
                  <a:pt x="298659" y="650240"/>
                  <a:pt x="282062" y="650240"/>
                </a:cubicBezTo>
                <a:cubicBezTo>
                  <a:pt x="265466" y="650240"/>
                  <a:pt x="252010" y="639820"/>
                  <a:pt x="252010" y="626966"/>
                </a:cubicBezTo>
                <a:cubicBezTo>
                  <a:pt x="252010" y="614112"/>
                  <a:pt x="265466" y="603692"/>
                  <a:pt x="282062" y="603692"/>
                </a:cubicBezTo>
                <a:cubicBezTo>
                  <a:pt x="298650" y="603707"/>
                  <a:pt x="312095" y="614119"/>
                  <a:pt x="312113" y="626966"/>
                </a:cubicBezTo>
                <a:close/>
                <a:moveTo>
                  <a:pt x="565186" y="626966"/>
                </a:moveTo>
                <a:cubicBezTo>
                  <a:pt x="565186" y="639820"/>
                  <a:pt x="551730" y="650240"/>
                  <a:pt x="535134" y="650240"/>
                </a:cubicBezTo>
                <a:cubicBezTo>
                  <a:pt x="518537" y="650240"/>
                  <a:pt x="505082" y="639820"/>
                  <a:pt x="505082" y="626966"/>
                </a:cubicBezTo>
                <a:cubicBezTo>
                  <a:pt x="505082" y="614112"/>
                  <a:pt x="518537" y="603692"/>
                  <a:pt x="535134" y="603692"/>
                </a:cubicBezTo>
                <a:cubicBezTo>
                  <a:pt x="551723" y="603686"/>
                  <a:pt x="565176" y="614096"/>
                  <a:pt x="565186" y="626944"/>
                </a:cubicBezTo>
                <a:cubicBezTo>
                  <a:pt x="565186" y="626951"/>
                  <a:pt x="565186" y="626958"/>
                  <a:pt x="565186" y="626966"/>
                </a:cubicBezTo>
                <a:close/>
                <a:moveTo>
                  <a:pt x="818327" y="626966"/>
                </a:moveTo>
                <a:cubicBezTo>
                  <a:pt x="818327" y="639820"/>
                  <a:pt x="804873" y="650240"/>
                  <a:pt x="788276" y="650240"/>
                </a:cubicBezTo>
                <a:cubicBezTo>
                  <a:pt x="771678" y="650240"/>
                  <a:pt x="758224" y="639820"/>
                  <a:pt x="758224" y="626966"/>
                </a:cubicBezTo>
                <a:cubicBezTo>
                  <a:pt x="758224" y="614112"/>
                  <a:pt x="771678" y="603692"/>
                  <a:pt x="788276" y="603692"/>
                </a:cubicBezTo>
                <a:cubicBezTo>
                  <a:pt x="804866" y="603686"/>
                  <a:pt x="818318" y="614096"/>
                  <a:pt x="818327" y="626944"/>
                </a:cubicBezTo>
                <a:cubicBezTo>
                  <a:pt x="818327" y="626951"/>
                  <a:pt x="818327" y="626958"/>
                  <a:pt x="818327" y="626966"/>
                </a:cubicBezTo>
                <a:close/>
                <a:moveTo>
                  <a:pt x="1071469" y="626966"/>
                </a:moveTo>
                <a:cubicBezTo>
                  <a:pt x="1071469" y="639820"/>
                  <a:pt x="1058015" y="650240"/>
                  <a:pt x="1041418" y="650240"/>
                </a:cubicBezTo>
                <a:cubicBezTo>
                  <a:pt x="1024821" y="650240"/>
                  <a:pt x="1011366" y="639820"/>
                  <a:pt x="1011366" y="626966"/>
                </a:cubicBezTo>
                <a:cubicBezTo>
                  <a:pt x="1011366" y="614112"/>
                  <a:pt x="1024821" y="603692"/>
                  <a:pt x="1041418" y="603692"/>
                </a:cubicBezTo>
                <a:cubicBezTo>
                  <a:pt x="1058008" y="603686"/>
                  <a:pt x="1071461" y="614096"/>
                  <a:pt x="1071469" y="626944"/>
                </a:cubicBezTo>
                <a:cubicBezTo>
                  <a:pt x="1071469" y="626951"/>
                  <a:pt x="1071469" y="626958"/>
                  <a:pt x="1071469" y="626966"/>
                </a:cubicBezTo>
                <a:close/>
                <a:moveTo>
                  <a:pt x="1324610" y="626966"/>
                </a:moveTo>
                <a:cubicBezTo>
                  <a:pt x="1324610" y="639820"/>
                  <a:pt x="1311155" y="650240"/>
                  <a:pt x="1294558" y="650240"/>
                </a:cubicBezTo>
                <a:cubicBezTo>
                  <a:pt x="1277961" y="650240"/>
                  <a:pt x="1264506" y="639820"/>
                  <a:pt x="1264506" y="626966"/>
                </a:cubicBezTo>
                <a:cubicBezTo>
                  <a:pt x="1264506" y="614112"/>
                  <a:pt x="1277961" y="603692"/>
                  <a:pt x="1294558" y="603692"/>
                </a:cubicBezTo>
                <a:cubicBezTo>
                  <a:pt x="1311146" y="603707"/>
                  <a:pt x="1324591" y="614119"/>
                  <a:pt x="1324610" y="626966"/>
                </a:cubicBez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</Words>
  <Application>Microsoft Office PowerPoint</Application>
  <PresentationFormat>宽屏</PresentationFormat>
  <Paragraphs>138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Arial</vt:lpstr>
      <vt:lpstr>MiSans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从代码编写者到系统总师——工控软件实践中的精神跃迁</dc:title>
  <dc:subject>从代码编写者到系统总师——工控软件实践中的精神跃迁</dc:subject>
  <dc:creator>Kimi</dc:creator>
  <cp:lastModifiedBy>文卓 冯</cp:lastModifiedBy>
  <cp:revision>4</cp:revision>
  <dcterms:created xsi:type="dcterms:W3CDTF">2026-04-19T09:01:46Z</dcterms:created>
  <dcterms:modified xsi:type="dcterms:W3CDTF">2026-04-19T09:02:32Z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从代码编写者到系统总师——工控软件实践中的精神跃迁","ContentProducer":"001191110108MACG2KBH8F10000","ProduceID":"19da4f7e-9db2-8f62-8000-0000d30d82ca","ReservedCode1":"","ContentPropagator":"001191110108MACG2KBH8F20000","PropagateID":"19da4f7e-9db2-8f62-8000-0000d30d82ca","ReservedCode2":""}</vt:lpwstr>
  </property>
</Properties>
</file>